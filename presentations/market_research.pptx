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DCEE3-2175-883D-55E8-3453E04AFB17}" v="28" dt="2025-12-09T13:31:35.072"/>
    <p1510:client id="{992B2F44-759F-A618-8E4E-7262A255F315}" v="36" dt="2025-12-09T15:14:15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ifiedmarketreports.com/download-sample/?rid=293638&amp;utm_source=Pulse-NAP-Sep-Glob&amp;utm_medium=256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ifiedmarketreports.com/download-sample/?rid=293638&amp;utm_source=Pulse-NAP-Sep-Glob&amp;utm_medium=256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5B93D9-2ED1-469F-8BDA-B2F421107AA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B7E32E1-9F52-45DC-8106-5B8D7AE56599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/>
              <a:ea typeface="+mn-ea"/>
              <a:cs typeface="+mn-cs"/>
            </a:rPr>
            <a:t>253 </a:t>
          </a:r>
          <a:r>
            <a:rPr lang="en-US" sz="2500" dirty="0" err="1">
              <a:latin typeface="Aptos"/>
              <a:ea typeface="+mn-ea"/>
              <a:cs typeface="+mn-cs"/>
            </a:rPr>
            <a:t>εκ</a:t>
          </a:r>
          <a:r>
            <a:rPr lang="en-US" sz="2500" dirty="0">
              <a:latin typeface="Aptos"/>
              <a:ea typeface="+mn-ea"/>
              <a:cs typeface="+mn-cs"/>
            </a:rPr>
            <a:t>α</a:t>
          </a:r>
          <a:r>
            <a:rPr lang="en-US" sz="2500" dirty="0" err="1">
              <a:latin typeface="Aptos"/>
              <a:ea typeface="+mn-ea"/>
              <a:cs typeface="+mn-cs"/>
            </a:rPr>
            <a:t>τομμύρι</a:t>
          </a:r>
          <a:r>
            <a:rPr lang="en-US" sz="2500" dirty="0">
              <a:latin typeface="Aptos"/>
              <a:ea typeface="+mn-ea"/>
              <a:cs typeface="+mn-cs"/>
            </a:rPr>
            <a:t>α </a:t>
          </a:r>
          <a:r>
            <a:rPr lang="en-US" sz="2500" dirty="0" err="1">
              <a:latin typeface="Aptos"/>
              <a:ea typeface="+mn-ea"/>
              <a:cs typeface="+mn-cs"/>
            </a:rPr>
            <a:t>άτομ</a:t>
          </a:r>
          <a:r>
            <a:rPr lang="en-US" sz="2500" dirty="0">
              <a:latin typeface="Aptos"/>
              <a:ea typeface="+mn-ea"/>
              <a:cs typeface="+mn-cs"/>
            </a:rPr>
            <a:t>α </a:t>
          </a:r>
          <a:r>
            <a:rPr lang="en-US" sz="2500" dirty="0" err="1">
              <a:latin typeface="Aptos"/>
              <a:ea typeface="+mn-ea"/>
              <a:cs typeface="+mn-cs"/>
            </a:rPr>
            <a:t>με</a:t>
          </a:r>
          <a:r>
            <a:rPr lang="en-US" sz="2500" dirty="0">
              <a:latin typeface="Aptos"/>
              <a:ea typeface="+mn-ea"/>
              <a:cs typeface="+mn-cs"/>
            </a:rPr>
            <a:t> π</a:t>
          </a:r>
          <a:r>
            <a:rPr lang="en-US" sz="2500" dirty="0" err="1">
              <a:latin typeface="Aptos"/>
              <a:ea typeface="+mn-ea"/>
              <a:cs typeface="+mn-cs"/>
            </a:rPr>
            <a:t>ρο</a:t>
          </a:r>
          <a:r>
            <a:rPr lang="en-US" sz="2500" dirty="0">
              <a:latin typeface="Aptos"/>
              <a:ea typeface="+mn-ea"/>
              <a:cs typeface="+mn-cs"/>
            </a:rPr>
            <a:t>β</a:t>
          </a:r>
          <a:r>
            <a:rPr lang="en-US" sz="2500" dirty="0" err="1">
              <a:latin typeface="Aptos"/>
              <a:ea typeface="+mn-ea"/>
              <a:cs typeface="+mn-cs"/>
            </a:rPr>
            <a:t>ήμ</a:t>
          </a:r>
          <a:r>
            <a:rPr lang="en-US" sz="2500" dirty="0">
              <a:latin typeface="Aptos"/>
              <a:ea typeface="+mn-ea"/>
              <a:cs typeface="+mn-cs"/>
            </a:rPr>
            <a:t>ατα </a:t>
          </a:r>
          <a:r>
            <a:rPr lang="en-US" sz="2500" dirty="0" err="1">
              <a:latin typeface="Aptos"/>
              <a:ea typeface="+mn-ea"/>
              <a:cs typeface="+mn-cs"/>
            </a:rPr>
            <a:t>οράσεως</a:t>
          </a:r>
          <a:r>
            <a:rPr lang="en-US" sz="2500" dirty="0">
              <a:latin typeface="Aptos"/>
              <a:ea typeface="+mn-ea"/>
              <a:cs typeface="+mn-cs"/>
            </a:rPr>
            <a:t> - 2015</a:t>
          </a:r>
          <a:endParaRPr lang="en-US" sz="2500" dirty="0" err="1">
            <a:latin typeface="Aptos"/>
            <a:ea typeface="+mn-ea"/>
            <a:cs typeface="+mn-cs"/>
          </a:endParaRPr>
        </a:p>
      </dgm:t>
    </dgm:pt>
    <dgm:pt modelId="{194DCC3B-81D2-479A-98C4-41F4EF902ED7}" type="parTrans" cxnId="{48E30045-3E67-4C77-880C-851A44BA6A10}">
      <dgm:prSet/>
      <dgm:spPr/>
      <dgm:t>
        <a:bodyPr/>
        <a:lstStyle/>
        <a:p>
          <a:endParaRPr lang="en-US"/>
        </a:p>
      </dgm:t>
    </dgm:pt>
    <dgm:pt modelId="{EFA9D8B2-7F74-407E-8445-CD5C9083ECF4}" type="sibTrans" cxnId="{48E30045-3E67-4C77-880C-851A44BA6A10}">
      <dgm:prSet/>
      <dgm:spPr/>
      <dgm:t>
        <a:bodyPr/>
        <a:lstStyle/>
        <a:p>
          <a:endParaRPr lang="en-US"/>
        </a:p>
      </dgm:t>
    </dgm:pt>
    <dgm:pt modelId="{EFBC4D28-0FCF-4179-BC5E-85997DCB6E73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 panose="020B0004020202020204"/>
              <a:ea typeface="+mn-ea"/>
              <a:cs typeface="+mn-cs"/>
            </a:rPr>
            <a:t>2.2 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δισεκ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α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τομμύρι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α 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άτομ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α 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με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 π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ρο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β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λήμ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ατα </a:t>
          </a:r>
          <a:r>
            <a:rPr lang="en-US" sz="2500" dirty="0" err="1">
              <a:latin typeface="Aptos" panose="020B0004020202020204"/>
              <a:ea typeface="+mn-ea"/>
              <a:cs typeface="+mn-cs"/>
            </a:rPr>
            <a:t>οράσεως</a:t>
          </a:r>
          <a:r>
            <a:rPr lang="en-US" sz="2500" dirty="0">
              <a:latin typeface="Aptos" panose="020B0004020202020204"/>
              <a:ea typeface="+mn-ea"/>
              <a:cs typeface="+mn-cs"/>
            </a:rPr>
            <a:t> - 2019</a:t>
          </a:r>
        </a:p>
      </dgm:t>
    </dgm:pt>
    <dgm:pt modelId="{85B348F1-4A42-4F5D-AC3B-D9A9DCF63257}" type="parTrans" cxnId="{BB1E4F42-983C-447D-BEEF-879B2F106BDE}">
      <dgm:prSet/>
      <dgm:spPr/>
      <dgm:t>
        <a:bodyPr/>
        <a:lstStyle/>
        <a:p>
          <a:endParaRPr lang="en-US"/>
        </a:p>
      </dgm:t>
    </dgm:pt>
    <dgm:pt modelId="{F67D7CC9-C79C-4F2C-A5B3-82FBEABD4530}" type="sibTrans" cxnId="{BB1E4F42-983C-447D-BEEF-879B2F106BDE}">
      <dgm:prSet/>
      <dgm:spPr/>
      <dgm:t>
        <a:bodyPr/>
        <a:lstStyle/>
        <a:p>
          <a:endParaRPr lang="en-US"/>
        </a:p>
      </dgm:t>
    </dgm:pt>
    <dgm:pt modelId="{8202B30C-8361-4B00-A7E1-0D2E0A6B57E4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2500" dirty="0">
              <a:latin typeface="Aptos"/>
              <a:ea typeface="+mn-ea"/>
              <a:cs typeface="+mn-cs"/>
            </a:rPr>
            <a:t>36 </a:t>
          </a:r>
          <a:r>
            <a:rPr lang="en-US" sz="2500" dirty="0" err="1">
              <a:latin typeface="Aptos"/>
              <a:ea typeface="+mn-ea"/>
              <a:cs typeface="+mn-cs"/>
            </a:rPr>
            <a:t>εκ</a:t>
          </a:r>
          <a:r>
            <a:rPr lang="en-US" sz="2500" dirty="0">
              <a:latin typeface="Aptos"/>
              <a:ea typeface="+mn-ea"/>
              <a:cs typeface="+mn-cs"/>
            </a:rPr>
            <a:t>α</a:t>
          </a:r>
          <a:r>
            <a:rPr lang="en-US" sz="2500" dirty="0" err="1">
              <a:latin typeface="Aptos"/>
              <a:ea typeface="+mn-ea"/>
              <a:cs typeface="+mn-cs"/>
            </a:rPr>
            <a:t>τομμύρι</a:t>
          </a:r>
          <a:r>
            <a:rPr lang="en-US" sz="2500" dirty="0">
              <a:latin typeface="Aptos"/>
              <a:ea typeface="+mn-ea"/>
              <a:cs typeface="+mn-cs"/>
            </a:rPr>
            <a:t>α </a:t>
          </a:r>
          <a:r>
            <a:rPr lang="en-US" sz="2500" dirty="0" err="1">
              <a:latin typeface="Aptos"/>
              <a:ea typeface="+mn-ea"/>
              <a:cs typeface="+mn-cs"/>
            </a:rPr>
            <a:t>τυφλοί</a:t>
          </a:r>
          <a:endParaRPr lang="en-US" sz="2500" dirty="0">
            <a:latin typeface="Aptos" panose="020B0004020202020204"/>
            <a:ea typeface="+mn-ea"/>
            <a:cs typeface="+mn-cs"/>
          </a:endParaRPr>
        </a:p>
      </dgm:t>
    </dgm:pt>
    <dgm:pt modelId="{20320F29-A2A3-4346-ADB4-F6BF171E351B}" type="parTrans" cxnId="{1FFB12CB-EA92-48DC-99FE-3849BA4D4E81}">
      <dgm:prSet/>
      <dgm:spPr/>
    </dgm:pt>
    <dgm:pt modelId="{59323C6D-109B-4A34-829F-9D4D11761CFF}" type="sibTrans" cxnId="{1FFB12CB-EA92-48DC-99FE-3849BA4D4E81}">
      <dgm:prSet/>
      <dgm:spPr/>
    </dgm:pt>
    <dgm:pt modelId="{CBC68C32-4A56-4D68-9AA0-E9FB525AB4EC}" type="pres">
      <dgm:prSet presAssocID="{D85B93D9-2ED1-469F-8BDA-B2F421107AA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118F9E-A590-4CC3-8032-8BBD623881DD}" type="pres">
      <dgm:prSet presAssocID="{AB7E32E1-9F52-45DC-8106-5B8D7AE56599}" presName="hierRoot1" presStyleCnt="0"/>
      <dgm:spPr/>
    </dgm:pt>
    <dgm:pt modelId="{8A016F54-7AD8-4779-BCDB-449967F8A749}" type="pres">
      <dgm:prSet presAssocID="{AB7E32E1-9F52-45DC-8106-5B8D7AE56599}" presName="composite" presStyleCnt="0"/>
      <dgm:spPr/>
    </dgm:pt>
    <dgm:pt modelId="{819AE215-122E-416D-9F6A-18C63CAB32BF}" type="pres">
      <dgm:prSet presAssocID="{AB7E32E1-9F52-45DC-8106-5B8D7AE56599}" presName="background" presStyleLbl="node0" presStyleIdx="0" presStyleCnt="3"/>
      <dgm:spPr/>
    </dgm:pt>
    <dgm:pt modelId="{75A3905F-A071-42D3-87D6-DC479DE15430}" type="pres">
      <dgm:prSet presAssocID="{AB7E32E1-9F52-45DC-8106-5B8D7AE56599}" presName="text" presStyleLbl="fgAcc0" presStyleIdx="0" presStyleCnt="3">
        <dgm:presLayoutVars>
          <dgm:chPref val="3"/>
        </dgm:presLayoutVars>
      </dgm:prSet>
      <dgm:spPr/>
    </dgm:pt>
    <dgm:pt modelId="{CBE0D3E4-9305-4D13-9D2D-94D19F150F6A}" type="pres">
      <dgm:prSet presAssocID="{AB7E32E1-9F52-45DC-8106-5B8D7AE56599}" presName="hierChild2" presStyleCnt="0"/>
      <dgm:spPr/>
    </dgm:pt>
    <dgm:pt modelId="{48958680-B09F-46FA-BA28-DF523C350B07}" type="pres">
      <dgm:prSet presAssocID="{8202B30C-8361-4B00-A7E1-0D2E0A6B57E4}" presName="hierRoot1" presStyleCnt="0"/>
      <dgm:spPr/>
    </dgm:pt>
    <dgm:pt modelId="{AB4E3CCE-3384-495E-A603-10960A3932B0}" type="pres">
      <dgm:prSet presAssocID="{8202B30C-8361-4B00-A7E1-0D2E0A6B57E4}" presName="composite" presStyleCnt="0"/>
      <dgm:spPr/>
    </dgm:pt>
    <dgm:pt modelId="{AD8873FE-98C6-4F57-A361-24BF089DF072}" type="pres">
      <dgm:prSet presAssocID="{8202B30C-8361-4B00-A7E1-0D2E0A6B57E4}" presName="background" presStyleLbl="node0" presStyleIdx="1" presStyleCnt="3"/>
      <dgm:spPr/>
    </dgm:pt>
    <dgm:pt modelId="{8D414FEC-5D48-4ACE-90C7-0E1BC3951574}" type="pres">
      <dgm:prSet presAssocID="{8202B30C-8361-4B00-A7E1-0D2E0A6B57E4}" presName="text" presStyleLbl="fgAcc0" presStyleIdx="1" presStyleCnt="3">
        <dgm:presLayoutVars>
          <dgm:chPref val="3"/>
        </dgm:presLayoutVars>
      </dgm:prSet>
      <dgm:spPr/>
    </dgm:pt>
    <dgm:pt modelId="{28D7E9ED-5723-4DDF-893E-2E8CFFC84A21}" type="pres">
      <dgm:prSet presAssocID="{8202B30C-8361-4B00-A7E1-0D2E0A6B57E4}" presName="hierChild2" presStyleCnt="0"/>
      <dgm:spPr/>
    </dgm:pt>
    <dgm:pt modelId="{24A960DC-1E94-499D-89EF-29E310F9ACA3}" type="pres">
      <dgm:prSet presAssocID="{EFBC4D28-0FCF-4179-BC5E-85997DCB6E73}" presName="hierRoot1" presStyleCnt="0"/>
      <dgm:spPr/>
    </dgm:pt>
    <dgm:pt modelId="{FFC49121-324E-4657-98D0-2F447B9EDD6A}" type="pres">
      <dgm:prSet presAssocID="{EFBC4D28-0FCF-4179-BC5E-85997DCB6E73}" presName="composite" presStyleCnt="0"/>
      <dgm:spPr/>
    </dgm:pt>
    <dgm:pt modelId="{5E066E1C-3BDE-4285-8B9E-86F5AF646711}" type="pres">
      <dgm:prSet presAssocID="{EFBC4D28-0FCF-4179-BC5E-85997DCB6E73}" presName="background" presStyleLbl="node0" presStyleIdx="2" presStyleCnt="3"/>
      <dgm:spPr/>
    </dgm:pt>
    <dgm:pt modelId="{0EAE71A6-526F-4BF4-AA60-C667F289CBCA}" type="pres">
      <dgm:prSet presAssocID="{EFBC4D28-0FCF-4179-BC5E-85997DCB6E73}" presName="text" presStyleLbl="fgAcc0" presStyleIdx="2" presStyleCnt="3">
        <dgm:presLayoutVars>
          <dgm:chPref val="3"/>
        </dgm:presLayoutVars>
      </dgm:prSet>
      <dgm:spPr/>
    </dgm:pt>
    <dgm:pt modelId="{BCE63451-D628-41C7-9161-87BC59A2C605}" type="pres">
      <dgm:prSet presAssocID="{EFBC4D28-0FCF-4179-BC5E-85997DCB6E73}" presName="hierChild2" presStyleCnt="0"/>
      <dgm:spPr/>
    </dgm:pt>
  </dgm:ptLst>
  <dgm:cxnLst>
    <dgm:cxn modelId="{B4A3A01C-B808-4074-9182-D278E3BF9E79}" type="presOf" srcId="{AB7E32E1-9F52-45DC-8106-5B8D7AE56599}" destId="{75A3905F-A071-42D3-87D6-DC479DE15430}" srcOrd="0" destOrd="0" presId="urn:microsoft.com/office/officeart/2005/8/layout/hierarchy1"/>
    <dgm:cxn modelId="{BB1E4F42-983C-447D-BEEF-879B2F106BDE}" srcId="{D85B93D9-2ED1-469F-8BDA-B2F421107AAB}" destId="{EFBC4D28-0FCF-4179-BC5E-85997DCB6E73}" srcOrd="2" destOrd="0" parTransId="{85B348F1-4A42-4F5D-AC3B-D9A9DCF63257}" sibTransId="{F67D7CC9-C79C-4F2C-A5B3-82FBEABD4530}"/>
    <dgm:cxn modelId="{48E30045-3E67-4C77-880C-851A44BA6A10}" srcId="{D85B93D9-2ED1-469F-8BDA-B2F421107AAB}" destId="{AB7E32E1-9F52-45DC-8106-5B8D7AE56599}" srcOrd="0" destOrd="0" parTransId="{194DCC3B-81D2-479A-98C4-41F4EF902ED7}" sibTransId="{EFA9D8B2-7F74-407E-8445-CD5C9083ECF4}"/>
    <dgm:cxn modelId="{FBE1D34B-1A42-4759-94BD-6E467D1A7999}" type="presOf" srcId="{8202B30C-8361-4B00-A7E1-0D2E0A6B57E4}" destId="{8D414FEC-5D48-4ACE-90C7-0E1BC3951574}" srcOrd="0" destOrd="0" presId="urn:microsoft.com/office/officeart/2005/8/layout/hierarchy1"/>
    <dgm:cxn modelId="{DF67F56C-753C-4768-B071-51EA0ED1CC0D}" type="presOf" srcId="{D85B93D9-2ED1-469F-8BDA-B2F421107AAB}" destId="{CBC68C32-4A56-4D68-9AA0-E9FB525AB4EC}" srcOrd="0" destOrd="0" presId="urn:microsoft.com/office/officeart/2005/8/layout/hierarchy1"/>
    <dgm:cxn modelId="{F7E90B7E-F1ED-4CAC-A4E7-0205BA06A0C8}" type="presOf" srcId="{EFBC4D28-0FCF-4179-BC5E-85997DCB6E73}" destId="{0EAE71A6-526F-4BF4-AA60-C667F289CBCA}" srcOrd="0" destOrd="0" presId="urn:microsoft.com/office/officeart/2005/8/layout/hierarchy1"/>
    <dgm:cxn modelId="{1FFB12CB-EA92-48DC-99FE-3849BA4D4E81}" srcId="{D85B93D9-2ED1-469F-8BDA-B2F421107AAB}" destId="{8202B30C-8361-4B00-A7E1-0D2E0A6B57E4}" srcOrd="1" destOrd="0" parTransId="{20320F29-A2A3-4346-ADB4-F6BF171E351B}" sibTransId="{59323C6D-109B-4A34-829F-9D4D11761CFF}"/>
    <dgm:cxn modelId="{378823AC-E121-4515-B9BD-1D847BB19F34}" type="presParOf" srcId="{CBC68C32-4A56-4D68-9AA0-E9FB525AB4EC}" destId="{7B118F9E-A590-4CC3-8032-8BBD623881DD}" srcOrd="0" destOrd="0" presId="urn:microsoft.com/office/officeart/2005/8/layout/hierarchy1"/>
    <dgm:cxn modelId="{C2F40666-7910-4918-9FC2-B6584E301E77}" type="presParOf" srcId="{7B118F9E-A590-4CC3-8032-8BBD623881DD}" destId="{8A016F54-7AD8-4779-BCDB-449967F8A749}" srcOrd="0" destOrd="0" presId="urn:microsoft.com/office/officeart/2005/8/layout/hierarchy1"/>
    <dgm:cxn modelId="{EB252146-5037-4D4D-8CE0-2D7F97C5BB19}" type="presParOf" srcId="{8A016F54-7AD8-4779-BCDB-449967F8A749}" destId="{819AE215-122E-416D-9F6A-18C63CAB32BF}" srcOrd="0" destOrd="0" presId="urn:microsoft.com/office/officeart/2005/8/layout/hierarchy1"/>
    <dgm:cxn modelId="{7807FC2C-D606-4001-9806-1800ECE36771}" type="presParOf" srcId="{8A016F54-7AD8-4779-BCDB-449967F8A749}" destId="{75A3905F-A071-42D3-87D6-DC479DE15430}" srcOrd="1" destOrd="0" presId="urn:microsoft.com/office/officeart/2005/8/layout/hierarchy1"/>
    <dgm:cxn modelId="{4BE59FF8-AACC-4662-AF93-A0975600F833}" type="presParOf" srcId="{7B118F9E-A590-4CC3-8032-8BBD623881DD}" destId="{CBE0D3E4-9305-4D13-9D2D-94D19F150F6A}" srcOrd="1" destOrd="0" presId="urn:microsoft.com/office/officeart/2005/8/layout/hierarchy1"/>
    <dgm:cxn modelId="{1F7BD36D-764B-4084-8613-67647B79ECA3}" type="presParOf" srcId="{CBC68C32-4A56-4D68-9AA0-E9FB525AB4EC}" destId="{48958680-B09F-46FA-BA28-DF523C350B07}" srcOrd="1" destOrd="0" presId="urn:microsoft.com/office/officeart/2005/8/layout/hierarchy1"/>
    <dgm:cxn modelId="{C8795204-182C-4F5F-BE1F-313267CCE3AE}" type="presParOf" srcId="{48958680-B09F-46FA-BA28-DF523C350B07}" destId="{AB4E3CCE-3384-495E-A603-10960A3932B0}" srcOrd="0" destOrd="0" presId="urn:microsoft.com/office/officeart/2005/8/layout/hierarchy1"/>
    <dgm:cxn modelId="{B85F97B2-6503-4AB9-874E-2E0785D5A4B1}" type="presParOf" srcId="{AB4E3CCE-3384-495E-A603-10960A3932B0}" destId="{AD8873FE-98C6-4F57-A361-24BF089DF072}" srcOrd="0" destOrd="0" presId="urn:microsoft.com/office/officeart/2005/8/layout/hierarchy1"/>
    <dgm:cxn modelId="{1F4E5099-E868-4BD9-91C1-5F3B7103386E}" type="presParOf" srcId="{AB4E3CCE-3384-495E-A603-10960A3932B0}" destId="{8D414FEC-5D48-4ACE-90C7-0E1BC3951574}" srcOrd="1" destOrd="0" presId="urn:microsoft.com/office/officeart/2005/8/layout/hierarchy1"/>
    <dgm:cxn modelId="{EC5E12D1-C2F7-4D97-8EB2-48E37335E608}" type="presParOf" srcId="{48958680-B09F-46FA-BA28-DF523C350B07}" destId="{28D7E9ED-5723-4DDF-893E-2E8CFFC84A21}" srcOrd="1" destOrd="0" presId="urn:microsoft.com/office/officeart/2005/8/layout/hierarchy1"/>
    <dgm:cxn modelId="{3D7DFCA9-105E-43DC-8E8A-BEF62DDAA7B6}" type="presParOf" srcId="{CBC68C32-4A56-4D68-9AA0-E9FB525AB4EC}" destId="{24A960DC-1E94-499D-89EF-29E310F9ACA3}" srcOrd="2" destOrd="0" presId="urn:microsoft.com/office/officeart/2005/8/layout/hierarchy1"/>
    <dgm:cxn modelId="{BF7F8F97-C4A1-46F1-ACF8-1B0DF8979711}" type="presParOf" srcId="{24A960DC-1E94-499D-89EF-29E310F9ACA3}" destId="{FFC49121-324E-4657-98D0-2F447B9EDD6A}" srcOrd="0" destOrd="0" presId="urn:microsoft.com/office/officeart/2005/8/layout/hierarchy1"/>
    <dgm:cxn modelId="{4D9D63DE-76A7-4A86-B174-009AA36013AD}" type="presParOf" srcId="{FFC49121-324E-4657-98D0-2F447B9EDD6A}" destId="{5E066E1C-3BDE-4285-8B9E-86F5AF646711}" srcOrd="0" destOrd="0" presId="urn:microsoft.com/office/officeart/2005/8/layout/hierarchy1"/>
    <dgm:cxn modelId="{59672FFE-5880-4E37-BFF1-5C0A11CD318F}" type="presParOf" srcId="{FFC49121-324E-4657-98D0-2F447B9EDD6A}" destId="{0EAE71A6-526F-4BF4-AA60-C667F289CBCA}" srcOrd="1" destOrd="0" presId="urn:microsoft.com/office/officeart/2005/8/layout/hierarchy1"/>
    <dgm:cxn modelId="{45CD8501-380D-44D8-ACDD-0EB1D96469D1}" type="presParOf" srcId="{24A960DC-1E94-499D-89EF-29E310F9ACA3}" destId="{BCE63451-D628-41C7-9161-87BC59A2C6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26C9F0-A23C-4CF0-A6CE-9AED189CE00C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D95EF8F-1F21-4E6A-ACE1-710877C960E0}">
      <dgm:prSet/>
      <dgm:spPr/>
      <dgm:t>
        <a:bodyPr/>
        <a:lstStyle/>
        <a:p>
          <a:r>
            <a:rPr lang="en-US" dirty="0" err="1"/>
            <a:t>Κοντινότερος</a:t>
          </a:r>
          <a:r>
            <a:rPr lang="en-US" dirty="0"/>
            <a:t> α</a:t>
          </a:r>
          <a:r>
            <a:rPr lang="en-US" dirty="0" err="1"/>
            <a:t>ντ</a:t>
          </a:r>
          <a:r>
            <a:rPr lang="en-US" dirty="0"/>
            <a:t>α</a:t>
          </a:r>
          <a:r>
            <a:rPr lang="en-US" dirty="0" err="1"/>
            <a:t>γωνιστής</a:t>
          </a:r>
        </a:p>
      </dgm:t>
    </dgm:pt>
    <dgm:pt modelId="{85818ED3-82AF-4A5B-904E-B3D9C50AEDFB}" type="parTrans" cxnId="{877C0D43-E84E-433C-A143-1D8F63BCEB9D}">
      <dgm:prSet/>
      <dgm:spPr/>
      <dgm:t>
        <a:bodyPr/>
        <a:lstStyle/>
        <a:p>
          <a:endParaRPr lang="en-US"/>
        </a:p>
      </dgm:t>
    </dgm:pt>
    <dgm:pt modelId="{7839BFA2-0588-4C91-87C9-EAAD4FF4185B}" type="sibTrans" cxnId="{877C0D43-E84E-433C-A143-1D8F63BCEB9D}">
      <dgm:prSet/>
      <dgm:spPr/>
      <dgm:t>
        <a:bodyPr/>
        <a:lstStyle/>
        <a:p>
          <a:endParaRPr lang="en-US"/>
        </a:p>
      </dgm:t>
    </dgm:pt>
    <dgm:pt modelId="{31B5E911-9BBE-4975-8ED9-3BC739644610}">
      <dgm:prSet/>
      <dgm:spPr/>
      <dgm:t>
        <a:bodyPr/>
        <a:lstStyle/>
        <a:p>
          <a:r>
            <a:rPr lang="en-US" dirty="0"/>
            <a:t>WeWalk2 </a:t>
          </a:r>
          <a:r>
            <a:rPr lang="en-US" dirty="0" err="1"/>
            <a:t>φτι</a:t>
          </a:r>
          <a:r>
            <a:rPr lang="en-US" dirty="0"/>
            <a:t>α</a:t>
          </a:r>
          <a:r>
            <a:rPr lang="en-US" dirty="0" err="1"/>
            <a:t>γμένο</a:t>
          </a:r>
          <a:r>
            <a:rPr lang="en-US" dirty="0"/>
            <a:t> </a:t>
          </a:r>
          <a:r>
            <a:rPr lang="en-US" dirty="0" err="1"/>
            <a:t>με</a:t>
          </a:r>
          <a:r>
            <a:rPr lang="en-US" dirty="0"/>
            <a:t> β</a:t>
          </a:r>
          <a:r>
            <a:rPr lang="en-US" dirty="0" err="1"/>
            <a:t>άση</a:t>
          </a:r>
          <a:r>
            <a:rPr lang="en-US" dirty="0"/>
            <a:t> customer feedback</a:t>
          </a:r>
        </a:p>
      </dgm:t>
    </dgm:pt>
    <dgm:pt modelId="{23F72854-53AF-4B03-9371-C2AC7853994F}" type="parTrans" cxnId="{A21F88FB-2407-4487-BA2F-9F6D93CA9327}">
      <dgm:prSet/>
      <dgm:spPr/>
      <dgm:t>
        <a:bodyPr/>
        <a:lstStyle/>
        <a:p>
          <a:endParaRPr lang="en-US"/>
        </a:p>
      </dgm:t>
    </dgm:pt>
    <dgm:pt modelId="{4FF94C15-74DC-4D7C-92AB-E39930D64611}" type="sibTrans" cxnId="{A21F88FB-2407-4487-BA2F-9F6D93CA9327}">
      <dgm:prSet/>
      <dgm:spPr/>
      <dgm:t>
        <a:bodyPr/>
        <a:lstStyle/>
        <a:p>
          <a:endParaRPr lang="en-US"/>
        </a:p>
      </dgm:t>
    </dgm:pt>
    <dgm:pt modelId="{A1788D4D-D715-4B70-B5F5-D94BEE9D7A25}">
      <dgm:prSet/>
      <dgm:spPr/>
      <dgm:t>
        <a:bodyPr/>
        <a:lstStyle/>
        <a:p>
          <a:r>
            <a:rPr lang="en-US" dirty="0" err="1"/>
            <a:t>Χωρίς</a:t>
          </a:r>
          <a:r>
            <a:rPr lang="en-US" dirty="0"/>
            <a:t> </a:t>
          </a:r>
          <a:r>
            <a:rPr lang="en-US" dirty="0" err="1"/>
            <a:t>σύστημ</a:t>
          </a:r>
          <a:r>
            <a:rPr lang="en-US" dirty="0"/>
            <a:t>α π</a:t>
          </a:r>
          <a:r>
            <a:rPr lang="en-US" dirty="0" err="1"/>
            <a:t>λοήγησης</a:t>
          </a:r>
        </a:p>
      </dgm:t>
    </dgm:pt>
    <dgm:pt modelId="{AA6821B0-621B-4467-8C0F-A73326766674}" type="parTrans" cxnId="{30D6BEEC-AF9C-40C3-B17D-B13C34D2E405}">
      <dgm:prSet/>
      <dgm:spPr/>
      <dgm:t>
        <a:bodyPr/>
        <a:lstStyle/>
        <a:p>
          <a:endParaRPr lang="en-US"/>
        </a:p>
      </dgm:t>
    </dgm:pt>
    <dgm:pt modelId="{7E593E67-E711-4702-A07A-D5F765199199}" type="sibTrans" cxnId="{30D6BEEC-AF9C-40C3-B17D-B13C34D2E405}">
      <dgm:prSet/>
      <dgm:spPr/>
      <dgm:t>
        <a:bodyPr/>
        <a:lstStyle/>
        <a:p>
          <a:endParaRPr lang="en-US"/>
        </a:p>
      </dgm:t>
    </dgm:pt>
    <dgm:pt modelId="{5ED52890-8FF4-4C68-83C1-C85DC0849A2F}">
      <dgm:prSet/>
      <dgm:spPr/>
      <dgm:t>
        <a:bodyPr/>
        <a:lstStyle/>
        <a:p>
          <a:pPr rtl="0"/>
          <a:r>
            <a:rPr lang="en-US" dirty="0" err="1"/>
            <a:t>Ενσωμάτωση</a:t>
          </a:r>
          <a:r>
            <a:rPr lang="en-US" dirty="0"/>
            <a:t> ai και</a:t>
          </a:r>
          <a:r>
            <a:rPr lang="en-US" dirty="0">
              <a:latin typeface="Aptos Display" panose="020F0302020204030204"/>
            </a:rPr>
            <a:t> </a:t>
          </a:r>
          <a:r>
            <a:rPr lang="en-US" dirty="0" err="1">
              <a:latin typeface="Aptos Display" panose="020F0302020204030204"/>
            </a:rPr>
            <a:t>οδηγίες</a:t>
          </a:r>
          <a:r>
            <a:rPr lang="en-US" dirty="0">
              <a:latin typeface="Aptos Display" panose="020F0302020204030204"/>
            </a:rPr>
            <a:t> </a:t>
          </a:r>
          <a:r>
            <a:rPr lang="en-US" dirty="0" err="1"/>
            <a:t>μετ</a:t>
          </a:r>
          <a:r>
            <a:rPr lang="en-US" dirty="0"/>
            <a:t>α</a:t>
          </a:r>
          <a:r>
            <a:rPr lang="en-US" dirty="0" err="1"/>
            <a:t>κίνησης</a:t>
          </a:r>
          <a:r>
            <a:rPr lang="en-US" dirty="0"/>
            <a:t> </a:t>
          </a:r>
          <a:r>
            <a:rPr lang="en-US" dirty="0" err="1"/>
            <a:t>με</a:t>
          </a:r>
          <a:r>
            <a:rPr lang="en-US" dirty="0"/>
            <a:t> ΜΜΜ</a:t>
          </a:r>
        </a:p>
      </dgm:t>
    </dgm:pt>
    <dgm:pt modelId="{CE7871F3-0004-4BEC-A565-87E8CDFA0385}" type="parTrans" cxnId="{25E75C9F-042A-4DBF-B662-A7953594A181}">
      <dgm:prSet/>
      <dgm:spPr/>
      <dgm:t>
        <a:bodyPr/>
        <a:lstStyle/>
        <a:p>
          <a:endParaRPr lang="en-US"/>
        </a:p>
      </dgm:t>
    </dgm:pt>
    <dgm:pt modelId="{36CB14A3-D7C2-4FDB-8B86-62441651557D}" type="sibTrans" cxnId="{25E75C9F-042A-4DBF-B662-A7953594A181}">
      <dgm:prSet/>
      <dgm:spPr/>
      <dgm:t>
        <a:bodyPr/>
        <a:lstStyle/>
        <a:p>
          <a:endParaRPr lang="en-US"/>
        </a:p>
      </dgm:t>
    </dgm:pt>
    <dgm:pt modelId="{4B0D63C2-BB3E-4F84-B484-F2451582F269}">
      <dgm:prSet/>
      <dgm:spPr/>
      <dgm:t>
        <a:bodyPr/>
        <a:lstStyle/>
        <a:p>
          <a:r>
            <a:rPr lang="en-US" dirty="0" err="1"/>
            <a:t>Μικτές</a:t>
          </a:r>
          <a:r>
            <a:rPr lang="en-US" dirty="0"/>
            <a:t> </a:t>
          </a:r>
          <a:r>
            <a:rPr lang="en-US" dirty="0" err="1"/>
            <a:t>κριτικές</a:t>
          </a:r>
        </a:p>
      </dgm:t>
    </dgm:pt>
    <dgm:pt modelId="{241A69A9-9752-44DB-94E9-C636723F2527}" type="parTrans" cxnId="{6A5F9E8E-5A91-4030-80C8-516F0C527505}">
      <dgm:prSet/>
      <dgm:spPr/>
      <dgm:t>
        <a:bodyPr/>
        <a:lstStyle/>
        <a:p>
          <a:endParaRPr lang="en-US"/>
        </a:p>
      </dgm:t>
    </dgm:pt>
    <dgm:pt modelId="{31AEC63D-D957-4C99-806E-2AF81E6C72F4}" type="sibTrans" cxnId="{6A5F9E8E-5A91-4030-80C8-516F0C527505}">
      <dgm:prSet/>
      <dgm:spPr/>
      <dgm:t>
        <a:bodyPr/>
        <a:lstStyle/>
        <a:p>
          <a:endParaRPr lang="en-US"/>
        </a:p>
      </dgm:t>
    </dgm:pt>
    <dgm:pt modelId="{81FEE18D-C8BF-4184-898F-9A299FA31CD5}" type="pres">
      <dgm:prSet presAssocID="{A826C9F0-A23C-4CF0-A6CE-9AED189CE00C}" presName="linear" presStyleCnt="0">
        <dgm:presLayoutVars>
          <dgm:animLvl val="lvl"/>
          <dgm:resizeHandles val="exact"/>
        </dgm:presLayoutVars>
      </dgm:prSet>
      <dgm:spPr/>
    </dgm:pt>
    <dgm:pt modelId="{D470365E-E925-4613-B6B7-5797B15BBE9C}" type="pres">
      <dgm:prSet presAssocID="{ED95EF8F-1F21-4E6A-ACE1-710877C960E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BEF03B-7814-42A3-8E27-09A142CBA534}" type="pres">
      <dgm:prSet presAssocID="{7839BFA2-0588-4C91-87C9-EAAD4FF4185B}" presName="spacer" presStyleCnt="0"/>
      <dgm:spPr/>
    </dgm:pt>
    <dgm:pt modelId="{0249F8BA-AAE7-41AC-882A-2A09C5337A84}" type="pres">
      <dgm:prSet presAssocID="{31B5E911-9BBE-4975-8ED9-3BC73964461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23D9D65-5AB4-4090-AF23-5DD0A9290D6D}" type="pres">
      <dgm:prSet presAssocID="{4FF94C15-74DC-4D7C-92AB-E39930D64611}" presName="spacer" presStyleCnt="0"/>
      <dgm:spPr/>
    </dgm:pt>
    <dgm:pt modelId="{D6FEEF3C-84AE-440E-B63E-9CF002400E67}" type="pres">
      <dgm:prSet presAssocID="{A1788D4D-D715-4B70-B5F5-D94BEE9D7A2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E051658-4F6E-4DBA-BF70-2E98C05D449C}" type="pres">
      <dgm:prSet presAssocID="{7E593E67-E711-4702-A07A-D5F765199199}" presName="spacer" presStyleCnt="0"/>
      <dgm:spPr/>
    </dgm:pt>
    <dgm:pt modelId="{2D118834-1DF4-4ED7-AAC9-21C1AE3296E1}" type="pres">
      <dgm:prSet presAssocID="{5ED52890-8FF4-4C68-83C1-C85DC0849A2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5E666D3-10DB-43FE-9A08-0F8D0A7F9865}" type="pres">
      <dgm:prSet presAssocID="{36CB14A3-D7C2-4FDB-8B86-62441651557D}" presName="spacer" presStyleCnt="0"/>
      <dgm:spPr/>
    </dgm:pt>
    <dgm:pt modelId="{A493302F-197D-40DD-A82B-AA9E578E454F}" type="pres">
      <dgm:prSet presAssocID="{4B0D63C2-BB3E-4F84-B484-F2451582F26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43C3F19-B5DD-425F-94FB-3DEEA50CFD8F}" type="presOf" srcId="{A826C9F0-A23C-4CF0-A6CE-9AED189CE00C}" destId="{81FEE18D-C8BF-4184-898F-9A299FA31CD5}" srcOrd="0" destOrd="0" presId="urn:microsoft.com/office/officeart/2005/8/layout/vList2"/>
    <dgm:cxn modelId="{877C0D43-E84E-433C-A143-1D8F63BCEB9D}" srcId="{A826C9F0-A23C-4CF0-A6CE-9AED189CE00C}" destId="{ED95EF8F-1F21-4E6A-ACE1-710877C960E0}" srcOrd="0" destOrd="0" parTransId="{85818ED3-82AF-4A5B-904E-B3D9C50AEDFB}" sibTransId="{7839BFA2-0588-4C91-87C9-EAAD4FF4185B}"/>
    <dgm:cxn modelId="{1DE8194A-4DDD-4EDD-AE38-779A06B538FC}" type="presOf" srcId="{A1788D4D-D715-4B70-B5F5-D94BEE9D7A25}" destId="{D6FEEF3C-84AE-440E-B63E-9CF002400E67}" srcOrd="0" destOrd="0" presId="urn:microsoft.com/office/officeart/2005/8/layout/vList2"/>
    <dgm:cxn modelId="{250F2580-A7F2-40BE-9076-200BBAA5A7BE}" type="presOf" srcId="{4B0D63C2-BB3E-4F84-B484-F2451582F269}" destId="{A493302F-197D-40DD-A82B-AA9E578E454F}" srcOrd="0" destOrd="0" presId="urn:microsoft.com/office/officeart/2005/8/layout/vList2"/>
    <dgm:cxn modelId="{6A5F9E8E-5A91-4030-80C8-516F0C527505}" srcId="{A826C9F0-A23C-4CF0-A6CE-9AED189CE00C}" destId="{4B0D63C2-BB3E-4F84-B484-F2451582F269}" srcOrd="4" destOrd="0" parTransId="{241A69A9-9752-44DB-94E9-C636723F2527}" sibTransId="{31AEC63D-D957-4C99-806E-2AF81E6C72F4}"/>
    <dgm:cxn modelId="{B3D18F97-6767-4A4D-BE59-55DBBB732B36}" type="presOf" srcId="{ED95EF8F-1F21-4E6A-ACE1-710877C960E0}" destId="{D470365E-E925-4613-B6B7-5797B15BBE9C}" srcOrd="0" destOrd="0" presId="urn:microsoft.com/office/officeart/2005/8/layout/vList2"/>
    <dgm:cxn modelId="{25E75C9F-042A-4DBF-B662-A7953594A181}" srcId="{A826C9F0-A23C-4CF0-A6CE-9AED189CE00C}" destId="{5ED52890-8FF4-4C68-83C1-C85DC0849A2F}" srcOrd="3" destOrd="0" parTransId="{CE7871F3-0004-4BEC-A565-87E8CDFA0385}" sibTransId="{36CB14A3-D7C2-4FDB-8B86-62441651557D}"/>
    <dgm:cxn modelId="{18CB10E5-CD10-4181-AB5A-72F6FC1E5AC2}" type="presOf" srcId="{5ED52890-8FF4-4C68-83C1-C85DC0849A2F}" destId="{2D118834-1DF4-4ED7-AAC9-21C1AE3296E1}" srcOrd="0" destOrd="0" presId="urn:microsoft.com/office/officeart/2005/8/layout/vList2"/>
    <dgm:cxn modelId="{30D6BEEC-AF9C-40C3-B17D-B13C34D2E405}" srcId="{A826C9F0-A23C-4CF0-A6CE-9AED189CE00C}" destId="{A1788D4D-D715-4B70-B5F5-D94BEE9D7A25}" srcOrd="2" destOrd="0" parTransId="{AA6821B0-621B-4467-8C0F-A73326766674}" sibTransId="{7E593E67-E711-4702-A07A-D5F765199199}"/>
    <dgm:cxn modelId="{4544FAF5-0CD6-4725-B90A-F361B076B67F}" type="presOf" srcId="{31B5E911-9BBE-4975-8ED9-3BC739644610}" destId="{0249F8BA-AAE7-41AC-882A-2A09C5337A84}" srcOrd="0" destOrd="0" presId="urn:microsoft.com/office/officeart/2005/8/layout/vList2"/>
    <dgm:cxn modelId="{A21F88FB-2407-4487-BA2F-9F6D93CA9327}" srcId="{A826C9F0-A23C-4CF0-A6CE-9AED189CE00C}" destId="{31B5E911-9BBE-4975-8ED9-3BC739644610}" srcOrd="1" destOrd="0" parTransId="{23F72854-53AF-4B03-9371-C2AC7853994F}" sibTransId="{4FF94C15-74DC-4D7C-92AB-E39930D64611}"/>
    <dgm:cxn modelId="{D43D815C-EE40-4D18-8E71-5C48059070A4}" type="presParOf" srcId="{81FEE18D-C8BF-4184-898F-9A299FA31CD5}" destId="{D470365E-E925-4613-B6B7-5797B15BBE9C}" srcOrd="0" destOrd="0" presId="urn:microsoft.com/office/officeart/2005/8/layout/vList2"/>
    <dgm:cxn modelId="{C2FF522E-E651-4107-81D8-560D66063A3D}" type="presParOf" srcId="{81FEE18D-C8BF-4184-898F-9A299FA31CD5}" destId="{B3BEF03B-7814-42A3-8E27-09A142CBA534}" srcOrd="1" destOrd="0" presId="urn:microsoft.com/office/officeart/2005/8/layout/vList2"/>
    <dgm:cxn modelId="{A87BA24C-2D4C-4DF3-8C81-043A2F5C30CA}" type="presParOf" srcId="{81FEE18D-C8BF-4184-898F-9A299FA31CD5}" destId="{0249F8BA-AAE7-41AC-882A-2A09C5337A84}" srcOrd="2" destOrd="0" presId="urn:microsoft.com/office/officeart/2005/8/layout/vList2"/>
    <dgm:cxn modelId="{CD83F81E-C796-48A0-82F3-F3A24BB247F6}" type="presParOf" srcId="{81FEE18D-C8BF-4184-898F-9A299FA31CD5}" destId="{F23D9D65-5AB4-4090-AF23-5DD0A9290D6D}" srcOrd="3" destOrd="0" presId="urn:microsoft.com/office/officeart/2005/8/layout/vList2"/>
    <dgm:cxn modelId="{5A63313F-838D-4A9B-997F-15A7877896DB}" type="presParOf" srcId="{81FEE18D-C8BF-4184-898F-9A299FA31CD5}" destId="{D6FEEF3C-84AE-440E-B63E-9CF002400E67}" srcOrd="4" destOrd="0" presId="urn:microsoft.com/office/officeart/2005/8/layout/vList2"/>
    <dgm:cxn modelId="{2659F531-C67A-4324-A6A1-C335F21383E7}" type="presParOf" srcId="{81FEE18D-C8BF-4184-898F-9A299FA31CD5}" destId="{4E051658-4F6E-4DBA-BF70-2E98C05D449C}" srcOrd="5" destOrd="0" presId="urn:microsoft.com/office/officeart/2005/8/layout/vList2"/>
    <dgm:cxn modelId="{41A1A36D-4CA1-443E-9DB5-ED288A59AEC7}" type="presParOf" srcId="{81FEE18D-C8BF-4184-898F-9A299FA31CD5}" destId="{2D118834-1DF4-4ED7-AAC9-21C1AE3296E1}" srcOrd="6" destOrd="0" presId="urn:microsoft.com/office/officeart/2005/8/layout/vList2"/>
    <dgm:cxn modelId="{C1E431C5-4CCF-4B09-84F2-6B0300D83F9F}" type="presParOf" srcId="{81FEE18D-C8BF-4184-898F-9A299FA31CD5}" destId="{75E666D3-10DB-43FE-9A08-0F8D0A7F9865}" srcOrd="7" destOrd="0" presId="urn:microsoft.com/office/officeart/2005/8/layout/vList2"/>
    <dgm:cxn modelId="{94A05DF8-A307-41C8-8CB8-736D6DD60A45}" type="presParOf" srcId="{81FEE18D-C8BF-4184-898F-9A299FA31CD5}" destId="{A493302F-197D-40DD-A82B-AA9E578E454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B650FF-A68E-421D-9041-B77D9537388B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E8821D-0BFC-408F-91D6-2F8A231774FA}">
      <dgm:prSet/>
      <dgm:spPr/>
      <dgm:t>
        <a:bodyPr/>
        <a:lstStyle/>
        <a:p>
          <a:r>
            <a:rPr lang="en-US" dirty="0" err="1"/>
            <a:t>WeWALK</a:t>
          </a:r>
          <a:endParaRPr lang="en-US" dirty="0"/>
        </a:p>
      </dgm:t>
    </dgm:pt>
    <dgm:pt modelId="{37CA7C2E-3E0C-482E-B9FA-EF3899A40913}" type="parTrans" cxnId="{5483953D-5730-4BE6-A73C-7C7E95691BE4}">
      <dgm:prSet/>
      <dgm:spPr/>
      <dgm:t>
        <a:bodyPr/>
        <a:lstStyle/>
        <a:p>
          <a:endParaRPr lang="en-US"/>
        </a:p>
      </dgm:t>
    </dgm:pt>
    <dgm:pt modelId="{F37F4CB7-21FE-461B-9241-69B91F895CAB}" type="sibTrans" cxnId="{5483953D-5730-4BE6-A73C-7C7E95691BE4}">
      <dgm:prSet/>
      <dgm:spPr/>
      <dgm:t>
        <a:bodyPr/>
        <a:lstStyle/>
        <a:p>
          <a:endParaRPr lang="en-US"/>
        </a:p>
      </dgm:t>
    </dgm:pt>
    <dgm:pt modelId="{F90C27BE-7EDE-4C71-A593-FD586D0AD002}">
      <dgm:prSet/>
      <dgm:spPr/>
      <dgm:t>
        <a:bodyPr/>
        <a:lstStyle/>
        <a:p>
          <a:r>
            <a:rPr lang="en-US" dirty="0"/>
            <a:t>Sound Foresight Technology (</a:t>
          </a:r>
          <a:r>
            <a:rPr lang="en-US" dirty="0" err="1"/>
            <a:t>UltraCane</a:t>
          </a:r>
          <a:r>
            <a:rPr lang="en-US" dirty="0"/>
            <a:t>)</a:t>
          </a:r>
        </a:p>
      </dgm:t>
    </dgm:pt>
    <dgm:pt modelId="{9F235201-DB65-4611-9DEE-FDF1C1DC8191}" type="parTrans" cxnId="{77FCF103-17DB-41A6-9381-AA794F437B12}">
      <dgm:prSet/>
      <dgm:spPr/>
      <dgm:t>
        <a:bodyPr/>
        <a:lstStyle/>
        <a:p>
          <a:endParaRPr lang="en-US"/>
        </a:p>
      </dgm:t>
    </dgm:pt>
    <dgm:pt modelId="{72A901C7-F22A-49EF-9F12-27AA42A1B748}" type="sibTrans" cxnId="{77FCF103-17DB-41A6-9381-AA794F437B12}">
      <dgm:prSet/>
      <dgm:spPr/>
      <dgm:t>
        <a:bodyPr/>
        <a:lstStyle/>
        <a:p>
          <a:endParaRPr lang="en-US"/>
        </a:p>
      </dgm:t>
    </dgm:pt>
    <dgm:pt modelId="{0CE23035-4105-4824-AC35-616DBA99748F}">
      <dgm:prSet/>
      <dgm:spPr/>
      <dgm:t>
        <a:bodyPr/>
        <a:lstStyle/>
        <a:p>
          <a:r>
            <a:rPr lang="en-US" dirty="0"/>
            <a:t>Phoenix Medical Systems (</a:t>
          </a:r>
          <a:r>
            <a:rPr lang="en-US" dirty="0" err="1"/>
            <a:t>SmartCane</a:t>
          </a:r>
          <a:r>
            <a:rPr lang="en-US" dirty="0"/>
            <a:t>)</a:t>
          </a:r>
        </a:p>
      </dgm:t>
    </dgm:pt>
    <dgm:pt modelId="{A047BB78-FFC5-4C20-ABF1-AAA03FF92B2E}" type="parTrans" cxnId="{3552925B-85A4-4378-BDC7-F2B746333672}">
      <dgm:prSet/>
      <dgm:spPr/>
      <dgm:t>
        <a:bodyPr/>
        <a:lstStyle/>
        <a:p>
          <a:endParaRPr lang="en-US"/>
        </a:p>
      </dgm:t>
    </dgm:pt>
    <dgm:pt modelId="{22A16D44-54B4-4AEC-A54E-368A770FE6CD}" type="sibTrans" cxnId="{3552925B-85A4-4378-BDC7-F2B746333672}">
      <dgm:prSet/>
      <dgm:spPr/>
      <dgm:t>
        <a:bodyPr/>
        <a:lstStyle/>
        <a:p>
          <a:endParaRPr lang="en-US"/>
        </a:p>
      </dgm:t>
    </dgm:pt>
    <dgm:pt modelId="{DD834373-D3DC-4071-8CBB-0D9EADACEBAD}">
      <dgm:prSet/>
      <dgm:spPr/>
      <dgm:t>
        <a:bodyPr/>
        <a:lstStyle/>
        <a:p>
          <a:pPr rtl="0"/>
          <a:r>
            <a:rPr lang="en-US" b="0" u="none" dirty="0">
              <a:solidFill>
                <a:schemeClr val="bg1"/>
              </a:solidFill>
              <a:latin typeface="Aptos Display" panose="020F0302020204030204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1.2 δισεκατομμύρια το 2024 με προβλέψεις εως 3.5 δισεκατομμύρια μέχρι το </a:t>
          </a:r>
          <a:r>
            <a:rPr lang="en-US" b="0" u="none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2033</a:t>
          </a:r>
        </a:p>
      </dgm:t>
    </dgm:pt>
    <dgm:pt modelId="{FE204359-E89B-44FF-ABBA-D618A9F853B3}" type="parTrans" cxnId="{F2F4A1BB-D568-45BA-B39B-47EAAA4A3F91}">
      <dgm:prSet/>
      <dgm:spPr/>
      <dgm:t>
        <a:bodyPr/>
        <a:lstStyle/>
        <a:p>
          <a:endParaRPr lang="en-US"/>
        </a:p>
      </dgm:t>
    </dgm:pt>
    <dgm:pt modelId="{DF6D32FF-DBBD-4542-96BF-626755563DAC}" type="sibTrans" cxnId="{F2F4A1BB-D568-45BA-B39B-47EAAA4A3F91}">
      <dgm:prSet/>
      <dgm:spPr/>
      <dgm:t>
        <a:bodyPr/>
        <a:lstStyle/>
        <a:p>
          <a:endParaRPr lang="en-US"/>
        </a:p>
      </dgm:t>
    </dgm:pt>
    <dgm:pt modelId="{361E43BF-9A51-4757-A736-0C4C9F5D6A88}" type="pres">
      <dgm:prSet presAssocID="{30B650FF-A68E-421D-9041-B77D9537388B}" presName="matrix" presStyleCnt="0">
        <dgm:presLayoutVars>
          <dgm:chMax val="1"/>
          <dgm:dir/>
          <dgm:resizeHandles val="exact"/>
        </dgm:presLayoutVars>
      </dgm:prSet>
      <dgm:spPr/>
    </dgm:pt>
    <dgm:pt modelId="{C8ADA6A6-9CAB-4F43-A60A-BB8ABF4513A9}" type="pres">
      <dgm:prSet presAssocID="{30B650FF-A68E-421D-9041-B77D9537388B}" presName="axisShape" presStyleLbl="bgShp" presStyleIdx="0" presStyleCnt="1"/>
      <dgm:spPr/>
    </dgm:pt>
    <dgm:pt modelId="{9A2E299C-B32C-4C0C-84E5-A7610FBF2079}" type="pres">
      <dgm:prSet presAssocID="{30B650FF-A68E-421D-9041-B77D9537388B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2B065B7-D9FB-49BA-BD7E-C97490DEB806}" type="pres">
      <dgm:prSet presAssocID="{30B650FF-A68E-421D-9041-B77D9537388B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031897F-94E7-4B92-9D3C-12CB2163BF37}" type="pres">
      <dgm:prSet presAssocID="{30B650FF-A68E-421D-9041-B77D9537388B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8199DB4-328F-4BEA-B230-41D8605554BD}" type="pres">
      <dgm:prSet presAssocID="{30B650FF-A68E-421D-9041-B77D9537388B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7FCF103-17DB-41A6-9381-AA794F437B12}" srcId="{30B650FF-A68E-421D-9041-B77D9537388B}" destId="{F90C27BE-7EDE-4C71-A593-FD586D0AD002}" srcOrd="1" destOrd="0" parTransId="{9F235201-DB65-4611-9DEE-FDF1C1DC8191}" sibTransId="{72A901C7-F22A-49EF-9F12-27AA42A1B748}"/>
    <dgm:cxn modelId="{5483953D-5730-4BE6-A73C-7C7E95691BE4}" srcId="{30B650FF-A68E-421D-9041-B77D9537388B}" destId="{D5E8821D-0BFC-408F-91D6-2F8A231774FA}" srcOrd="0" destOrd="0" parTransId="{37CA7C2E-3E0C-482E-B9FA-EF3899A40913}" sibTransId="{F37F4CB7-21FE-461B-9241-69B91F895CAB}"/>
    <dgm:cxn modelId="{3552925B-85A4-4378-BDC7-F2B746333672}" srcId="{30B650FF-A68E-421D-9041-B77D9537388B}" destId="{0CE23035-4105-4824-AC35-616DBA99748F}" srcOrd="2" destOrd="0" parTransId="{A047BB78-FFC5-4C20-ABF1-AAA03FF92B2E}" sibTransId="{22A16D44-54B4-4AEC-A54E-368A770FE6CD}"/>
    <dgm:cxn modelId="{B2DF02B7-F8D1-4776-8B57-0957AFA2B2A8}" type="presOf" srcId="{D5E8821D-0BFC-408F-91D6-2F8A231774FA}" destId="{9A2E299C-B32C-4C0C-84E5-A7610FBF2079}" srcOrd="0" destOrd="0" presId="urn:microsoft.com/office/officeart/2005/8/layout/matrix2"/>
    <dgm:cxn modelId="{F2F4A1BB-D568-45BA-B39B-47EAAA4A3F91}" srcId="{30B650FF-A68E-421D-9041-B77D9537388B}" destId="{DD834373-D3DC-4071-8CBB-0D9EADACEBAD}" srcOrd="3" destOrd="0" parTransId="{FE204359-E89B-44FF-ABBA-D618A9F853B3}" sibTransId="{DF6D32FF-DBBD-4542-96BF-626755563DAC}"/>
    <dgm:cxn modelId="{5B539AC2-D575-4C1B-9E69-A5E91ACD47D2}" type="presOf" srcId="{F90C27BE-7EDE-4C71-A593-FD586D0AD002}" destId="{E2B065B7-D9FB-49BA-BD7E-C97490DEB806}" srcOrd="0" destOrd="0" presId="urn:microsoft.com/office/officeart/2005/8/layout/matrix2"/>
    <dgm:cxn modelId="{6C1A68C5-2F1C-437B-B894-2079AEC4D9D7}" type="presOf" srcId="{DD834373-D3DC-4071-8CBB-0D9EADACEBAD}" destId="{88199DB4-328F-4BEA-B230-41D8605554BD}" srcOrd="0" destOrd="0" presId="urn:microsoft.com/office/officeart/2005/8/layout/matrix2"/>
    <dgm:cxn modelId="{1EF30AE5-1F42-43A5-B073-366147259E09}" type="presOf" srcId="{0CE23035-4105-4824-AC35-616DBA99748F}" destId="{4031897F-94E7-4B92-9D3C-12CB2163BF37}" srcOrd="0" destOrd="0" presId="urn:microsoft.com/office/officeart/2005/8/layout/matrix2"/>
    <dgm:cxn modelId="{17353FFC-BB1B-4F34-BBAA-EE6D8AD90F05}" type="presOf" srcId="{30B650FF-A68E-421D-9041-B77D9537388B}" destId="{361E43BF-9A51-4757-A736-0C4C9F5D6A88}" srcOrd="0" destOrd="0" presId="urn:microsoft.com/office/officeart/2005/8/layout/matrix2"/>
    <dgm:cxn modelId="{0612C626-4059-4AA6-A7D8-896BA19A5889}" type="presParOf" srcId="{361E43BF-9A51-4757-A736-0C4C9F5D6A88}" destId="{C8ADA6A6-9CAB-4F43-A60A-BB8ABF4513A9}" srcOrd="0" destOrd="0" presId="urn:microsoft.com/office/officeart/2005/8/layout/matrix2"/>
    <dgm:cxn modelId="{BA7A9EBD-0573-4C38-A5CB-7016FA4078A9}" type="presParOf" srcId="{361E43BF-9A51-4757-A736-0C4C9F5D6A88}" destId="{9A2E299C-B32C-4C0C-84E5-A7610FBF2079}" srcOrd="1" destOrd="0" presId="urn:microsoft.com/office/officeart/2005/8/layout/matrix2"/>
    <dgm:cxn modelId="{F9FD0BC3-DAD2-4D4B-893E-1E0FECD7C1D5}" type="presParOf" srcId="{361E43BF-9A51-4757-A736-0C4C9F5D6A88}" destId="{E2B065B7-D9FB-49BA-BD7E-C97490DEB806}" srcOrd="2" destOrd="0" presId="urn:microsoft.com/office/officeart/2005/8/layout/matrix2"/>
    <dgm:cxn modelId="{92C57295-32C0-4B0D-A744-0107BAB3F1B9}" type="presParOf" srcId="{361E43BF-9A51-4757-A736-0C4C9F5D6A88}" destId="{4031897F-94E7-4B92-9D3C-12CB2163BF37}" srcOrd="3" destOrd="0" presId="urn:microsoft.com/office/officeart/2005/8/layout/matrix2"/>
    <dgm:cxn modelId="{C118DD3E-6CD2-466C-80D0-73AAF4DE280E}" type="presParOf" srcId="{361E43BF-9A51-4757-A736-0C4C9F5D6A88}" destId="{88199DB4-328F-4BEA-B230-41D8605554BD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AE215-122E-416D-9F6A-18C63CAB32BF}">
      <dsp:nvSpPr>
        <dsp:cNvPr id="0" name=""/>
        <dsp:cNvSpPr/>
      </dsp:nvSpPr>
      <dsp:spPr>
        <a:xfrm>
          <a:off x="0" y="113563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3905F-A071-42D3-87D6-DC479DE15430}">
      <dsp:nvSpPr>
        <dsp:cNvPr id="0" name=""/>
        <dsp:cNvSpPr/>
      </dsp:nvSpPr>
      <dsp:spPr>
        <a:xfrm>
          <a:off x="341494" y="146005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/>
              <a:ea typeface="+mn-ea"/>
              <a:cs typeface="+mn-cs"/>
            </a:rPr>
            <a:t>253 </a:t>
          </a:r>
          <a:r>
            <a:rPr lang="en-US" sz="2500" kern="1200" dirty="0" err="1">
              <a:latin typeface="Aptos"/>
              <a:ea typeface="+mn-ea"/>
              <a:cs typeface="+mn-cs"/>
            </a:rPr>
            <a:t>εκ</a:t>
          </a:r>
          <a:r>
            <a:rPr lang="en-US" sz="2500" kern="1200" dirty="0">
              <a:latin typeface="Aptos"/>
              <a:ea typeface="+mn-ea"/>
              <a:cs typeface="+mn-cs"/>
            </a:rPr>
            <a:t>α</a:t>
          </a:r>
          <a:r>
            <a:rPr lang="en-US" sz="2500" kern="1200" dirty="0" err="1">
              <a:latin typeface="Aptos"/>
              <a:ea typeface="+mn-ea"/>
              <a:cs typeface="+mn-cs"/>
            </a:rPr>
            <a:t>τομμύρι</a:t>
          </a:r>
          <a:r>
            <a:rPr lang="en-US" sz="2500" kern="1200" dirty="0">
              <a:latin typeface="Aptos"/>
              <a:ea typeface="+mn-ea"/>
              <a:cs typeface="+mn-cs"/>
            </a:rPr>
            <a:t>α </a:t>
          </a:r>
          <a:r>
            <a:rPr lang="en-US" sz="2500" kern="1200" dirty="0" err="1">
              <a:latin typeface="Aptos"/>
              <a:ea typeface="+mn-ea"/>
              <a:cs typeface="+mn-cs"/>
            </a:rPr>
            <a:t>άτομ</a:t>
          </a:r>
          <a:r>
            <a:rPr lang="en-US" sz="2500" kern="1200" dirty="0">
              <a:latin typeface="Aptos"/>
              <a:ea typeface="+mn-ea"/>
              <a:cs typeface="+mn-cs"/>
            </a:rPr>
            <a:t>α </a:t>
          </a:r>
          <a:r>
            <a:rPr lang="en-US" sz="2500" kern="1200" dirty="0" err="1">
              <a:latin typeface="Aptos"/>
              <a:ea typeface="+mn-ea"/>
              <a:cs typeface="+mn-cs"/>
            </a:rPr>
            <a:t>με</a:t>
          </a:r>
          <a:r>
            <a:rPr lang="en-US" sz="2500" kern="1200" dirty="0">
              <a:latin typeface="Aptos"/>
              <a:ea typeface="+mn-ea"/>
              <a:cs typeface="+mn-cs"/>
            </a:rPr>
            <a:t> π</a:t>
          </a:r>
          <a:r>
            <a:rPr lang="en-US" sz="2500" kern="1200" dirty="0" err="1">
              <a:latin typeface="Aptos"/>
              <a:ea typeface="+mn-ea"/>
              <a:cs typeface="+mn-cs"/>
            </a:rPr>
            <a:t>ρο</a:t>
          </a:r>
          <a:r>
            <a:rPr lang="en-US" sz="2500" kern="1200" dirty="0">
              <a:latin typeface="Aptos"/>
              <a:ea typeface="+mn-ea"/>
              <a:cs typeface="+mn-cs"/>
            </a:rPr>
            <a:t>β</a:t>
          </a:r>
          <a:r>
            <a:rPr lang="en-US" sz="2500" kern="1200" dirty="0" err="1">
              <a:latin typeface="Aptos"/>
              <a:ea typeface="+mn-ea"/>
              <a:cs typeface="+mn-cs"/>
            </a:rPr>
            <a:t>ήμ</a:t>
          </a:r>
          <a:r>
            <a:rPr lang="en-US" sz="2500" kern="1200" dirty="0">
              <a:latin typeface="Aptos"/>
              <a:ea typeface="+mn-ea"/>
              <a:cs typeface="+mn-cs"/>
            </a:rPr>
            <a:t>ατα </a:t>
          </a:r>
          <a:r>
            <a:rPr lang="en-US" sz="2500" kern="1200" dirty="0" err="1">
              <a:latin typeface="Aptos"/>
              <a:ea typeface="+mn-ea"/>
              <a:cs typeface="+mn-cs"/>
            </a:rPr>
            <a:t>οράσεως</a:t>
          </a:r>
          <a:r>
            <a:rPr lang="en-US" sz="2500" kern="1200" dirty="0">
              <a:latin typeface="Aptos"/>
              <a:ea typeface="+mn-ea"/>
              <a:cs typeface="+mn-cs"/>
            </a:rPr>
            <a:t> - 2015</a:t>
          </a:r>
          <a:endParaRPr lang="en-US" sz="2500" kern="1200" dirty="0" err="1">
            <a:latin typeface="Aptos"/>
            <a:ea typeface="+mn-ea"/>
            <a:cs typeface="+mn-cs"/>
          </a:endParaRPr>
        </a:p>
      </dsp:txBody>
      <dsp:txXfrm>
        <a:off x="398656" y="1517213"/>
        <a:ext cx="2959127" cy="1837317"/>
      </dsp:txXfrm>
    </dsp:sp>
    <dsp:sp modelId="{AD8873FE-98C6-4F57-A361-24BF089DF072}">
      <dsp:nvSpPr>
        <dsp:cNvPr id="0" name=""/>
        <dsp:cNvSpPr/>
      </dsp:nvSpPr>
      <dsp:spPr>
        <a:xfrm>
          <a:off x="3756441" y="113563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14FEC-5D48-4ACE-90C7-0E1BC3951574}">
      <dsp:nvSpPr>
        <dsp:cNvPr id="0" name=""/>
        <dsp:cNvSpPr/>
      </dsp:nvSpPr>
      <dsp:spPr>
        <a:xfrm>
          <a:off x="4097935" y="146005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/>
              <a:ea typeface="+mn-ea"/>
              <a:cs typeface="+mn-cs"/>
            </a:rPr>
            <a:t>36 </a:t>
          </a:r>
          <a:r>
            <a:rPr lang="en-US" sz="2500" kern="1200" dirty="0" err="1">
              <a:latin typeface="Aptos"/>
              <a:ea typeface="+mn-ea"/>
              <a:cs typeface="+mn-cs"/>
            </a:rPr>
            <a:t>εκ</a:t>
          </a:r>
          <a:r>
            <a:rPr lang="en-US" sz="2500" kern="1200" dirty="0">
              <a:latin typeface="Aptos"/>
              <a:ea typeface="+mn-ea"/>
              <a:cs typeface="+mn-cs"/>
            </a:rPr>
            <a:t>α</a:t>
          </a:r>
          <a:r>
            <a:rPr lang="en-US" sz="2500" kern="1200" dirty="0" err="1">
              <a:latin typeface="Aptos"/>
              <a:ea typeface="+mn-ea"/>
              <a:cs typeface="+mn-cs"/>
            </a:rPr>
            <a:t>τομμύρι</a:t>
          </a:r>
          <a:r>
            <a:rPr lang="en-US" sz="2500" kern="1200" dirty="0">
              <a:latin typeface="Aptos"/>
              <a:ea typeface="+mn-ea"/>
              <a:cs typeface="+mn-cs"/>
            </a:rPr>
            <a:t>α </a:t>
          </a:r>
          <a:r>
            <a:rPr lang="en-US" sz="2500" kern="1200" dirty="0" err="1">
              <a:latin typeface="Aptos"/>
              <a:ea typeface="+mn-ea"/>
              <a:cs typeface="+mn-cs"/>
            </a:rPr>
            <a:t>τυφλοί</a:t>
          </a:r>
          <a:endParaRPr lang="en-US" sz="2500" kern="1200" dirty="0">
            <a:latin typeface="Aptos" panose="020B0004020202020204"/>
            <a:ea typeface="+mn-ea"/>
            <a:cs typeface="+mn-cs"/>
          </a:endParaRPr>
        </a:p>
      </dsp:txBody>
      <dsp:txXfrm>
        <a:off x="4155097" y="1517213"/>
        <a:ext cx="2959127" cy="1837317"/>
      </dsp:txXfrm>
    </dsp:sp>
    <dsp:sp modelId="{5E066E1C-3BDE-4285-8B9E-86F5AF646711}">
      <dsp:nvSpPr>
        <dsp:cNvPr id="0" name=""/>
        <dsp:cNvSpPr/>
      </dsp:nvSpPr>
      <dsp:spPr>
        <a:xfrm>
          <a:off x="7512882" y="113563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E71A6-526F-4BF4-AA60-C667F289CBCA}">
      <dsp:nvSpPr>
        <dsp:cNvPr id="0" name=""/>
        <dsp:cNvSpPr/>
      </dsp:nvSpPr>
      <dsp:spPr>
        <a:xfrm>
          <a:off x="7854377" y="146005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/>
              <a:ea typeface="+mn-ea"/>
              <a:cs typeface="+mn-cs"/>
            </a:rPr>
            <a:t>2.2 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δισεκ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α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τομμύρι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α 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άτομ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α 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με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 π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ρο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β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λήμ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ατα </a:t>
          </a:r>
          <a:r>
            <a:rPr lang="en-US" sz="2500" kern="1200" dirty="0" err="1">
              <a:latin typeface="Aptos" panose="020B0004020202020204"/>
              <a:ea typeface="+mn-ea"/>
              <a:cs typeface="+mn-cs"/>
            </a:rPr>
            <a:t>οράσεως</a:t>
          </a:r>
          <a:r>
            <a:rPr lang="en-US" sz="2500" kern="1200" dirty="0">
              <a:latin typeface="Aptos" panose="020B0004020202020204"/>
              <a:ea typeface="+mn-ea"/>
              <a:cs typeface="+mn-cs"/>
            </a:rPr>
            <a:t> - 2019</a:t>
          </a:r>
        </a:p>
      </dsp:txBody>
      <dsp:txXfrm>
        <a:off x="7911539" y="151721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0365E-E925-4613-B6B7-5797B15BBE9C}">
      <dsp:nvSpPr>
        <dsp:cNvPr id="0" name=""/>
        <dsp:cNvSpPr/>
      </dsp:nvSpPr>
      <dsp:spPr>
        <a:xfrm>
          <a:off x="0" y="75046"/>
          <a:ext cx="2916410" cy="67874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Κοντινότερος</a:t>
          </a:r>
          <a:r>
            <a:rPr lang="en-US" sz="1700" kern="1200" dirty="0"/>
            <a:t> α</a:t>
          </a:r>
          <a:r>
            <a:rPr lang="en-US" sz="1700" kern="1200" dirty="0" err="1"/>
            <a:t>ντ</a:t>
          </a:r>
          <a:r>
            <a:rPr lang="en-US" sz="1700" kern="1200" dirty="0"/>
            <a:t>α</a:t>
          </a:r>
          <a:r>
            <a:rPr lang="en-US" sz="1700" kern="1200" dirty="0" err="1"/>
            <a:t>γωνιστής</a:t>
          </a:r>
        </a:p>
      </dsp:txBody>
      <dsp:txXfrm>
        <a:off x="33134" y="108180"/>
        <a:ext cx="2850142" cy="612478"/>
      </dsp:txXfrm>
    </dsp:sp>
    <dsp:sp modelId="{0249F8BA-AAE7-41AC-882A-2A09C5337A84}">
      <dsp:nvSpPr>
        <dsp:cNvPr id="0" name=""/>
        <dsp:cNvSpPr/>
      </dsp:nvSpPr>
      <dsp:spPr>
        <a:xfrm>
          <a:off x="0" y="802752"/>
          <a:ext cx="2916410" cy="678746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WeWalk2 </a:t>
          </a:r>
          <a:r>
            <a:rPr lang="en-US" sz="1700" kern="1200" dirty="0" err="1"/>
            <a:t>φτι</a:t>
          </a:r>
          <a:r>
            <a:rPr lang="en-US" sz="1700" kern="1200" dirty="0"/>
            <a:t>α</a:t>
          </a:r>
          <a:r>
            <a:rPr lang="en-US" sz="1700" kern="1200" dirty="0" err="1"/>
            <a:t>γμένο</a:t>
          </a:r>
          <a:r>
            <a:rPr lang="en-US" sz="1700" kern="1200" dirty="0"/>
            <a:t> </a:t>
          </a:r>
          <a:r>
            <a:rPr lang="en-US" sz="1700" kern="1200" dirty="0" err="1"/>
            <a:t>με</a:t>
          </a:r>
          <a:r>
            <a:rPr lang="en-US" sz="1700" kern="1200" dirty="0"/>
            <a:t> β</a:t>
          </a:r>
          <a:r>
            <a:rPr lang="en-US" sz="1700" kern="1200" dirty="0" err="1"/>
            <a:t>άση</a:t>
          </a:r>
          <a:r>
            <a:rPr lang="en-US" sz="1700" kern="1200" dirty="0"/>
            <a:t> customer feedback</a:t>
          </a:r>
        </a:p>
      </dsp:txBody>
      <dsp:txXfrm>
        <a:off x="33134" y="835886"/>
        <a:ext cx="2850142" cy="612478"/>
      </dsp:txXfrm>
    </dsp:sp>
    <dsp:sp modelId="{D6FEEF3C-84AE-440E-B63E-9CF002400E67}">
      <dsp:nvSpPr>
        <dsp:cNvPr id="0" name=""/>
        <dsp:cNvSpPr/>
      </dsp:nvSpPr>
      <dsp:spPr>
        <a:xfrm>
          <a:off x="0" y="1530458"/>
          <a:ext cx="2916410" cy="67874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Χωρίς</a:t>
          </a:r>
          <a:r>
            <a:rPr lang="en-US" sz="1700" kern="1200" dirty="0"/>
            <a:t> </a:t>
          </a:r>
          <a:r>
            <a:rPr lang="en-US" sz="1700" kern="1200" dirty="0" err="1"/>
            <a:t>σύστημ</a:t>
          </a:r>
          <a:r>
            <a:rPr lang="en-US" sz="1700" kern="1200" dirty="0"/>
            <a:t>α π</a:t>
          </a:r>
          <a:r>
            <a:rPr lang="en-US" sz="1700" kern="1200" dirty="0" err="1"/>
            <a:t>λοήγησης</a:t>
          </a:r>
        </a:p>
      </dsp:txBody>
      <dsp:txXfrm>
        <a:off x="33134" y="1563592"/>
        <a:ext cx="2850142" cy="612478"/>
      </dsp:txXfrm>
    </dsp:sp>
    <dsp:sp modelId="{2D118834-1DF4-4ED7-AAC9-21C1AE3296E1}">
      <dsp:nvSpPr>
        <dsp:cNvPr id="0" name=""/>
        <dsp:cNvSpPr/>
      </dsp:nvSpPr>
      <dsp:spPr>
        <a:xfrm>
          <a:off x="0" y="2258165"/>
          <a:ext cx="2916410" cy="678746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Ενσωμάτωση</a:t>
          </a:r>
          <a:r>
            <a:rPr lang="en-US" sz="1700" kern="1200" dirty="0"/>
            <a:t> ai και</a:t>
          </a:r>
          <a:r>
            <a:rPr lang="en-US" sz="1700" kern="1200" dirty="0">
              <a:latin typeface="Aptos Display" panose="020F0302020204030204"/>
            </a:rPr>
            <a:t> </a:t>
          </a:r>
          <a:r>
            <a:rPr lang="en-US" sz="1700" kern="1200" dirty="0" err="1">
              <a:latin typeface="Aptos Display" panose="020F0302020204030204"/>
            </a:rPr>
            <a:t>οδηγίες</a:t>
          </a:r>
          <a:r>
            <a:rPr lang="en-US" sz="1700" kern="1200" dirty="0">
              <a:latin typeface="Aptos Display" panose="020F0302020204030204"/>
            </a:rPr>
            <a:t> </a:t>
          </a:r>
          <a:r>
            <a:rPr lang="en-US" sz="1700" kern="1200" dirty="0" err="1"/>
            <a:t>μετ</a:t>
          </a:r>
          <a:r>
            <a:rPr lang="en-US" sz="1700" kern="1200" dirty="0"/>
            <a:t>α</a:t>
          </a:r>
          <a:r>
            <a:rPr lang="en-US" sz="1700" kern="1200" dirty="0" err="1"/>
            <a:t>κίνησης</a:t>
          </a:r>
          <a:r>
            <a:rPr lang="en-US" sz="1700" kern="1200" dirty="0"/>
            <a:t> </a:t>
          </a:r>
          <a:r>
            <a:rPr lang="en-US" sz="1700" kern="1200" dirty="0" err="1"/>
            <a:t>με</a:t>
          </a:r>
          <a:r>
            <a:rPr lang="en-US" sz="1700" kern="1200" dirty="0"/>
            <a:t> ΜΜΜ</a:t>
          </a:r>
        </a:p>
      </dsp:txBody>
      <dsp:txXfrm>
        <a:off x="33134" y="2291299"/>
        <a:ext cx="2850142" cy="612478"/>
      </dsp:txXfrm>
    </dsp:sp>
    <dsp:sp modelId="{A493302F-197D-40DD-A82B-AA9E578E454F}">
      <dsp:nvSpPr>
        <dsp:cNvPr id="0" name=""/>
        <dsp:cNvSpPr/>
      </dsp:nvSpPr>
      <dsp:spPr>
        <a:xfrm>
          <a:off x="0" y="2985871"/>
          <a:ext cx="2916410" cy="67874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Μικτές</a:t>
          </a:r>
          <a:r>
            <a:rPr lang="en-US" sz="1700" kern="1200" dirty="0"/>
            <a:t> </a:t>
          </a:r>
          <a:r>
            <a:rPr lang="en-US" sz="1700" kern="1200" dirty="0" err="1"/>
            <a:t>κριτικές</a:t>
          </a:r>
        </a:p>
      </dsp:txBody>
      <dsp:txXfrm>
        <a:off x="33134" y="3019005"/>
        <a:ext cx="2850142" cy="612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DA6A6-9CAB-4F43-A60A-BB8ABF4513A9}">
      <dsp:nvSpPr>
        <dsp:cNvPr id="0" name=""/>
        <dsp:cNvSpPr/>
      </dsp:nvSpPr>
      <dsp:spPr>
        <a:xfrm>
          <a:off x="3367512" y="0"/>
          <a:ext cx="4192805" cy="419280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E299C-B32C-4C0C-84E5-A7610FBF2079}">
      <dsp:nvSpPr>
        <dsp:cNvPr id="0" name=""/>
        <dsp:cNvSpPr/>
      </dsp:nvSpPr>
      <dsp:spPr>
        <a:xfrm>
          <a:off x="3640044" y="272532"/>
          <a:ext cx="1677122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WeWALK</a:t>
          </a:r>
          <a:endParaRPr lang="en-US" sz="1400" kern="1200" dirty="0"/>
        </a:p>
      </dsp:txBody>
      <dsp:txXfrm>
        <a:off x="3721914" y="354402"/>
        <a:ext cx="1513382" cy="1513382"/>
      </dsp:txXfrm>
    </dsp:sp>
    <dsp:sp modelId="{E2B065B7-D9FB-49BA-BD7E-C97490DEB806}">
      <dsp:nvSpPr>
        <dsp:cNvPr id="0" name=""/>
        <dsp:cNvSpPr/>
      </dsp:nvSpPr>
      <dsp:spPr>
        <a:xfrm>
          <a:off x="5610662" y="272532"/>
          <a:ext cx="1677122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Sound Foresight Technology (</a:t>
          </a:r>
          <a:r>
            <a:rPr lang="en-US" sz="1400" kern="1200" dirty="0" err="1"/>
            <a:t>UltraCane</a:t>
          </a:r>
          <a:r>
            <a:rPr lang="en-US" sz="1400" kern="1200" dirty="0"/>
            <a:t>)</a:t>
          </a:r>
        </a:p>
      </dsp:txBody>
      <dsp:txXfrm>
        <a:off x="5692532" y="354402"/>
        <a:ext cx="1513382" cy="1513382"/>
      </dsp:txXfrm>
    </dsp:sp>
    <dsp:sp modelId="{4031897F-94E7-4B92-9D3C-12CB2163BF37}">
      <dsp:nvSpPr>
        <dsp:cNvPr id="0" name=""/>
        <dsp:cNvSpPr/>
      </dsp:nvSpPr>
      <dsp:spPr>
        <a:xfrm>
          <a:off x="3640044" y="2243150"/>
          <a:ext cx="1677122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Phoenix Medical Systems (</a:t>
          </a:r>
          <a:r>
            <a:rPr lang="en-US" sz="1400" kern="1200" dirty="0" err="1"/>
            <a:t>SmartCane</a:t>
          </a:r>
          <a:r>
            <a:rPr lang="en-US" sz="1400" kern="1200" dirty="0"/>
            <a:t>)</a:t>
          </a:r>
        </a:p>
      </dsp:txBody>
      <dsp:txXfrm>
        <a:off x="3721914" y="2325020"/>
        <a:ext cx="1513382" cy="1513382"/>
      </dsp:txXfrm>
    </dsp:sp>
    <dsp:sp modelId="{88199DB4-328F-4BEA-B230-41D8605554BD}">
      <dsp:nvSpPr>
        <dsp:cNvPr id="0" name=""/>
        <dsp:cNvSpPr/>
      </dsp:nvSpPr>
      <dsp:spPr>
        <a:xfrm>
          <a:off x="5610662" y="2243150"/>
          <a:ext cx="1677122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u="none" kern="1200" dirty="0">
              <a:solidFill>
                <a:schemeClr val="bg1"/>
              </a:solidFill>
              <a:latin typeface="Aptos Display" panose="020F0302020204030204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1.2 δισεκατομμύρια το 2024 με προβλέψεις εως 3.5 δισεκατομμύρια μέχρι το </a:t>
          </a:r>
          <a:r>
            <a:rPr lang="en-US" sz="1400" b="0" u="none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2033</a:t>
          </a:r>
        </a:p>
      </dsp:txBody>
      <dsp:txXfrm>
        <a:off x="5692532" y="2325020"/>
        <a:ext cx="1513382" cy="1513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6820194/" TargetMode="External"/><Relationship Id="rId2" Type="http://schemas.openxmlformats.org/officeDocument/2006/relationships/hyperlink" Target="https://www.mdpi.com/1424-8220/24/3/87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walk.io/en/" TargetMode="External"/><Relationship Id="rId4" Type="http://schemas.openxmlformats.org/officeDocument/2006/relationships/hyperlink" Target="https://www.linkedin.com/pulse/smart-cane-market-outlook-trends-overview-value-logic-metrics-zrjg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Kana fotilo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AC25F-E12C-1FF6-7252-A6F2FBB5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Αγοραστικό κοινό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FB786A0-B843-D226-764D-3D0BB2193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582518"/>
              </p:ext>
            </p:extLst>
          </p:nvPr>
        </p:nvGraphicFramePr>
        <p:xfrm>
          <a:off x="644056" y="2615979"/>
          <a:ext cx="10927829" cy="454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442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8782F8A-D513-532D-D3CE-9E1E806B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Ακαδημαϊκές έρευνες</a:t>
            </a:r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263BB49F-E01E-A85F-168C-8B4191A49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89" y="2200459"/>
            <a:ext cx="3061813" cy="1661033"/>
          </a:xfrm>
          <a:prstGeom prst="rect">
            <a:avLst/>
          </a:prstGeom>
        </p:spPr>
      </p:pic>
      <p:pic>
        <p:nvPicPr>
          <p:cNvPr id="4" name="Picture 3" descr="A hand holding a device&#10;&#10;AI-generated content may be incorrect.">
            <a:extLst>
              <a:ext uri="{FF2B5EF4-FFF2-40B4-BE49-F238E27FC236}">
                <a16:creationId xmlns:a16="http://schemas.microsoft.com/office/drawing/2014/main" id="{D0E909DF-076C-5D39-F5E9-673A3541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345" y="2200459"/>
            <a:ext cx="2870904" cy="2133001"/>
          </a:xfrm>
          <a:prstGeom prst="rect">
            <a:avLst/>
          </a:prstGeom>
        </p:spPr>
      </p:pic>
      <p:pic>
        <p:nvPicPr>
          <p:cNvPr id="5" name="Picture 4" descr="Fig. 1.">
            <a:extLst>
              <a:ext uri="{FF2B5EF4-FFF2-40B4-BE49-F238E27FC236}">
                <a16:creationId xmlns:a16="http://schemas.microsoft.com/office/drawing/2014/main" id="{F3B07BF7-AC00-D673-1DB4-9DC043A2E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295" y="2200459"/>
            <a:ext cx="3061813" cy="15691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C8B6-AA55-60F3-CBD7-05758AD81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/>
            <a:r>
              <a:rPr lang="en-US" sz="2000"/>
              <a:t>Χωρίς</a:t>
            </a:r>
            <a:r>
              <a:rPr lang="en-US" sz="2000" dirty="0"/>
              <a:t> / </a:t>
            </a:r>
            <a:r>
              <a:rPr lang="en-US" sz="2000"/>
              <a:t>με</a:t>
            </a:r>
            <a:r>
              <a:rPr lang="en-US" sz="2000" dirty="0"/>
              <a:t> α</a:t>
            </a:r>
            <a:r>
              <a:rPr lang="en-US" sz="2000"/>
              <a:t>δύν</a:t>
            </a:r>
            <a:r>
              <a:rPr lang="en-US" sz="2000" dirty="0"/>
              <a:t>α</a:t>
            </a:r>
            <a:r>
              <a:rPr lang="en-US" sz="2000"/>
              <a:t>μο</a:t>
            </a:r>
            <a:r>
              <a:rPr lang="en-US" sz="2000" dirty="0"/>
              <a:t> </a:t>
            </a:r>
            <a:r>
              <a:rPr lang="en-US" sz="2000"/>
              <a:t>σύστημ</a:t>
            </a:r>
            <a:r>
              <a:rPr lang="en-US" sz="2000" dirty="0"/>
              <a:t>α π</a:t>
            </a:r>
            <a:r>
              <a:rPr lang="en-US" sz="2000"/>
              <a:t>λοήγησης</a:t>
            </a:r>
            <a:endParaRPr lang="en-US" sz="2000" dirty="0"/>
          </a:p>
          <a:p>
            <a:pPr marL="457200" indent="-457200"/>
            <a:r>
              <a:rPr lang="en-US" sz="2000"/>
              <a:t>Υψηλής</a:t>
            </a:r>
            <a:r>
              <a:rPr lang="en-US" sz="2000" dirty="0"/>
              <a:t> π</a:t>
            </a:r>
            <a:r>
              <a:rPr lang="en-US" sz="2000"/>
              <a:t>ολυ</a:t>
            </a:r>
            <a:r>
              <a:rPr lang="en-US" sz="2000" dirty="0"/>
              <a:t>π</a:t>
            </a:r>
            <a:r>
              <a:rPr lang="en-US" sz="2000"/>
              <a:t>λοκότητ</a:t>
            </a:r>
            <a:r>
              <a:rPr lang="en-US" sz="2000" dirty="0"/>
              <a:t>ας (ανα</a:t>
            </a:r>
            <a:r>
              <a:rPr lang="en-US" sz="2000"/>
              <a:t>γνώριση</a:t>
            </a:r>
            <a:r>
              <a:rPr lang="en-US" sz="2000" dirty="0"/>
              <a:t> π</a:t>
            </a:r>
            <a:r>
              <a:rPr lang="en-US" sz="2000"/>
              <a:t>ροσώ</a:t>
            </a:r>
            <a:r>
              <a:rPr lang="en-US" sz="2000" dirty="0"/>
              <a:t>π</a:t>
            </a:r>
            <a:r>
              <a:rPr lang="en-US" sz="2000"/>
              <a:t>ων</a:t>
            </a:r>
            <a:r>
              <a:rPr lang="en-US" sz="2000" dirty="0"/>
              <a:t>)</a:t>
            </a:r>
          </a:p>
          <a:p>
            <a:pPr marL="457200" indent="-457200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3864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23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7534621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30" y="0"/>
            <a:ext cx="465736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F5C4-588A-D0A2-7AF9-3CFE92CD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415666"/>
          </a:xfrm>
        </p:spPr>
        <p:txBody>
          <a:bodyPr anchor="t">
            <a:normAutofit/>
          </a:bodyPr>
          <a:lstStyle/>
          <a:p>
            <a:r>
              <a:rPr lang="en-US" sz="3100"/>
              <a:t>Προιόντα στην αγορά - WeWalk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990" y="2268980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black box&#10;&#10;AI-generated content may be incorrect.">
            <a:extLst>
              <a:ext uri="{FF2B5EF4-FFF2-40B4-BE49-F238E27FC236}">
                <a16:creationId xmlns:a16="http://schemas.microsoft.com/office/drawing/2014/main" id="{AF8668CE-CFFE-BF80-D380-FEF27FD1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6" y="2195667"/>
            <a:ext cx="5733288" cy="1160991"/>
          </a:xfrm>
          <a:prstGeom prst="rect">
            <a:avLst/>
          </a:prstGeom>
        </p:spPr>
      </p:pic>
      <p:pic>
        <p:nvPicPr>
          <p:cNvPr id="5" name="Picture 4" descr="A person holding a cane on a crosswalk&#10;&#10;AI-generated content may be incorrect.">
            <a:extLst>
              <a:ext uri="{FF2B5EF4-FFF2-40B4-BE49-F238E27FC236}">
                <a16:creationId xmlns:a16="http://schemas.microsoft.com/office/drawing/2014/main" id="{F4C5B16A-ABE1-AB9F-240F-5633DA101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543" y="3498764"/>
            <a:ext cx="2904564" cy="2715768"/>
          </a:xfrm>
          <a:prstGeom prst="rect">
            <a:avLst/>
          </a:prstGeom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0BE301C-BEE5-1AE1-65A9-F28915E1D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184608"/>
              </p:ext>
            </p:extLst>
          </p:nvPr>
        </p:nvGraphicFramePr>
        <p:xfrm>
          <a:off x="8128938" y="2474868"/>
          <a:ext cx="2916410" cy="3739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3803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EE856-A8A2-B5A5-3E6B-61A0BF34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Ανταγωνιστές και αγορά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2ADD05-1AB8-3D29-6E16-31B598C30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3637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74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416F7-137A-27CE-515F-C55DA381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SWOT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44578CA-A0C9-6E79-6354-9E247D4F2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216967"/>
              </p:ext>
            </p:extLst>
          </p:nvPr>
        </p:nvGraphicFramePr>
        <p:xfrm>
          <a:off x="644056" y="2362775"/>
          <a:ext cx="10927831" cy="369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906">
                  <a:extLst>
                    <a:ext uri="{9D8B030D-6E8A-4147-A177-3AD203B41FA5}">
                      <a16:colId xmlns:a16="http://schemas.microsoft.com/office/drawing/2014/main" val="2428381576"/>
                    </a:ext>
                  </a:extLst>
                </a:gridCol>
                <a:gridCol w="2536653">
                  <a:extLst>
                    <a:ext uri="{9D8B030D-6E8A-4147-A177-3AD203B41FA5}">
                      <a16:colId xmlns:a16="http://schemas.microsoft.com/office/drawing/2014/main" val="2000908107"/>
                    </a:ext>
                  </a:extLst>
                </a:gridCol>
                <a:gridCol w="2591393">
                  <a:extLst>
                    <a:ext uri="{9D8B030D-6E8A-4147-A177-3AD203B41FA5}">
                      <a16:colId xmlns:a16="http://schemas.microsoft.com/office/drawing/2014/main" val="161662004"/>
                    </a:ext>
                  </a:extLst>
                </a:gridCol>
                <a:gridCol w="3229879">
                  <a:extLst>
                    <a:ext uri="{9D8B030D-6E8A-4147-A177-3AD203B41FA5}">
                      <a16:colId xmlns:a16="http://schemas.microsoft.com/office/drawing/2014/main" val="576901768"/>
                    </a:ext>
                  </a:extLst>
                </a:gridCol>
              </a:tblGrid>
              <a:tr h="5363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7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Strengths</a:t>
                      </a:r>
                      <a:endParaRPr lang="en-US" sz="1700" dirty="0"/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7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Weaknesses</a:t>
                      </a:r>
                      <a:endParaRPr lang="en-US" sz="1700" dirty="0"/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7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Opportunities</a:t>
                      </a:r>
                      <a:endParaRPr lang="en-US" sz="1700" dirty="0"/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7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Threats</a:t>
                      </a:r>
                      <a:endParaRPr lang="en-US" sz="1700" dirty="0"/>
                    </a:p>
                  </a:txBody>
                  <a:tcPr marL="88406" marR="88406" marT="44203" marB="44203"/>
                </a:tc>
                <a:extLst>
                  <a:ext uri="{0D108BD9-81ED-4DB2-BD59-A6C34878D82A}">
                    <a16:rowId xmlns:a16="http://schemas.microsoft.com/office/drawing/2014/main" val="2452373246"/>
                  </a:ext>
                </a:extLst>
              </a:tr>
              <a:tr h="110507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Ενεργό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σύστημ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 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λοήγησης</a:t>
                      </a: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Δι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θέσιμη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τεχνολογί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</a:p>
                    <a:p>
                      <a:pPr lvl="0">
                        <a:buNone/>
                      </a:pPr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Smartification 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όλεων</a:t>
                      </a: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Ήδη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υπ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άρχουσες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επ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ιτυχημένες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ετ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ιρείες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στο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χώρο</a:t>
                      </a:r>
                    </a:p>
                    <a:p>
                      <a:pPr lvl="0">
                        <a:buNone/>
                      </a:pPr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extLst>
                  <a:ext uri="{0D108BD9-81ED-4DB2-BD59-A6C34878D82A}">
                    <a16:rowId xmlns:a16="http://schemas.microsoft.com/office/drawing/2014/main" val="3661696207"/>
                  </a:ext>
                </a:extLst>
              </a:tr>
              <a:tr h="11846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Χρήση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lidar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γι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 ανα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γνώριση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εμ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οδίων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σε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μεγ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λύτερη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απ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όστ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ση</a:t>
                      </a:r>
                      <a:endParaRPr lang="en-US" sz="1700" kern="1200" dirty="0" err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Τεχνογνωσί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ομάδ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ας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Ανά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τυξη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υπ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οδομών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γι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 π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ρόσ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βα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ΑΜεΑ</a:t>
                      </a:r>
                    </a:p>
                    <a:p>
                      <a:pPr lvl="0">
                        <a:buNone/>
                      </a:pPr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r>
                        <a:rPr lang="en-US" sz="17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Νομοθετικά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πλα</a:t>
                      </a:r>
                      <a:r>
                        <a:rPr lang="en-US" sz="17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ίσι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</a:p>
                  </a:txBody>
                  <a:tcPr marL="88406" marR="88406" marT="44203" marB="44203"/>
                </a:tc>
                <a:extLst>
                  <a:ext uri="{0D108BD9-81ED-4DB2-BD59-A6C34878D82A}">
                    <a16:rowId xmlns:a16="http://schemas.microsoft.com/office/drawing/2014/main" val="1200456781"/>
                  </a:ext>
                </a:extLst>
              </a:tr>
              <a:tr h="86637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Χρήση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κλ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σικής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μορφής</a:t>
                      </a:r>
                      <a:r>
                        <a:rPr lang="en-US" sz="17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μπα</a:t>
                      </a:r>
                      <a:r>
                        <a:rPr lang="en-US" sz="17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στουνιού</a:t>
                      </a:r>
                    </a:p>
                    <a:p>
                      <a:pPr lvl="0">
                        <a:buNone/>
                      </a:pPr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tc>
                  <a:txBody>
                    <a:bodyPr/>
                    <a:lstStyle/>
                    <a:p>
                      <a:endParaRPr lang="en-US" sz="17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406" marR="88406" marT="44203" marB="44203"/>
                </a:tc>
                <a:extLst>
                  <a:ext uri="{0D108BD9-81ED-4DB2-BD59-A6C34878D82A}">
                    <a16:rowId xmlns:a16="http://schemas.microsoft.com/office/drawing/2014/main" val="4254595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57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23DA8-4246-DF96-0FBF-D20DD01B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Πηγές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6893B-F4F5-6E8C-FAA2-9588B026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i="1">
                <a:highlight>
                  <a:srgbClr val="FFFFFF"/>
                </a:highlight>
                <a:ea typeface="+mn-lt"/>
                <a:cs typeface="+mn-lt"/>
              </a:rPr>
              <a:t>A Smart Cane Based on 2D LiDAR and RGB-D Camera Sensor-Realizing Navigation and Obstacle Recognition | MDPI.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 (n.d.). Retrieved December 10, 2025 from 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  <a:hlinkClick r:id="rId2"/>
              </a:rPr>
              <a:t>https://www.mdpi.com/1424-8220/24/3/870</a:t>
            </a:r>
            <a:endParaRPr lang="en-US" sz="1700">
              <a:ea typeface="+mn-lt"/>
              <a:cs typeface="+mn-lt"/>
            </a:endParaRPr>
          </a:p>
          <a:p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Ye, C., Hong, S., Qian, X., &amp; Wu, W. (2016). Co-Robotic Cane: A New Robotic Navigation Aid for the Visually Impaired - PMC.</a:t>
            </a:r>
            <a:r>
              <a:rPr lang="en-US" sz="1700" i="1">
                <a:highlight>
                  <a:srgbClr val="FFFFFF"/>
                </a:highlight>
                <a:ea typeface="+mn-lt"/>
                <a:cs typeface="+mn-lt"/>
              </a:rPr>
              <a:t> IEEE Systems, Man, and Cybernetics Magazine, 2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(2), 33. 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  <a:hlinkClick r:id="rId3"/>
              </a:rPr>
              <a:t>https://pmc.ncbi.nlm.nih.gov/articles/PMC6820194/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.</a:t>
            </a:r>
          </a:p>
          <a:p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Value. (2025, September 07).</a:t>
            </a:r>
            <a:r>
              <a:rPr lang="en-US" sz="1700" i="1">
                <a:highlight>
                  <a:srgbClr val="FFFFFF"/>
                </a:highlight>
                <a:ea typeface="+mn-lt"/>
                <a:cs typeface="+mn-lt"/>
              </a:rPr>
              <a:t> Smart Cane Market Outlook: Trends &amp; Overview.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  <a:hlinkClick r:id="rId4"/>
              </a:rPr>
              <a:t>https://www.linkedin.com/pulse/smart-cane-market-outlook-trends-overview-value-logic-metrics-zrjge/</a:t>
            </a:r>
            <a:endParaRPr lang="en-US" sz="1700"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US" sz="1700" i="1">
                <a:highlight>
                  <a:srgbClr val="FFFFFF"/>
                </a:highlight>
                <a:ea typeface="+mn-lt"/>
                <a:cs typeface="+mn-lt"/>
              </a:rPr>
              <a:t>Homepage - WeWALK Smart Cane.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</a:rPr>
              <a:t> (n.d.). Retrieved December 10, 2025 from </a:t>
            </a:r>
            <a:r>
              <a:rPr lang="en-US" sz="1700">
                <a:highlight>
                  <a:srgbClr val="FFFFFF"/>
                </a:highlight>
                <a:ea typeface="+mn-lt"/>
                <a:cs typeface="+mn-lt"/>
                <a:hlinkClick r:id="rId5"/>
              </a:rPr>
              <a:t>https://wewalk.io/en/</a:t>
            </a:r>
            <a:endParaRPr lang="en-US" sz="1700">
              <a:highlight>
                <a:srgbClr val="FFFFFF"/>
              </a:highlight>
            </a:endParaRPr>
          </a:p>
          <a:p>
            <a:endParaRPr lang="en-US" sz="1700">
              <a:highlight>
                <a:srgbClr val="FFFFFF"/>
              </a:highlight>
            </a:endParaRPr>
          </a:p>
          <a:p>
            <a:endParaRPr lang="en-US" sz="170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17266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Kana fotilo</vt:lpstr>
      <vt:lpstr>Αγοραστικό κοινό</vt:lpstr>
      <vt:lpstr>Ακαδημαϊκές έρευνες</vt:lpstr>
      <vt:lpstr>Προιόντα στην αγορά - WeWalk</vt:lpstr>
      <vt:lpstr>Ανταγωνιστές και αγορά</vt:lpstr>
      <vt:lpstr>SWOT</vt:lpstr>
      <vt:lpstr>Πηγές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210</cp:revision>
  <dcterms:created xsi:type="dcterms:W3CDTF">2025-12-05T12:02:29Z</dcterms:created>
  <dcterms:modified xsi:type="dcterms:W3CDTF">2025-12-09T15:19:30Z</dcterms:modified>
</cp:coreProperties>
</file>